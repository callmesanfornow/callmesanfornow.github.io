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57" r:id="rId3"/>
    <p:sldId id="258" r:id="rId4"/>
    <p:sldId id="283" r:id="rId5"/>
    <p:sldId id="284" r:id="rId6"/>
    <p:sldId id="285" r:id="rId7"/>
    <p:sldId id="259" r:id="rId8"/>
    <p:sldId id="269" r:id="rId9"/>
    <p:sldId id="260" r:id="rId10"/>
    <p:sldId id="261" r:id="rId11"/>
    <p:sldId id="270" r:id="rId12"/>
    <p:sldId id="271" r:id="rId13"/>
    <p:sldId id="262" r:id="rId14"/>
    <p:sldId id="263" r:id="rId15"/>
    <p:sldId id="272" r:id="rId16"/>
    <p:sldId id="273" r:id="rId17"/>
    <p:sldId id="264" r:id="rId18"/>
    <p:sldId id="265" r:id="rId19"/>
    <p:sldId id="274" r:id="rId20"/>
    <p:sldId id="275" r:id="rId21"/>
    <p:sldId id="286" r:id="rId22"/>
    <p:sldId id="287" r:id="rId23"/>
    <p:sldId id="276" r:id="rId24"/>
    <p:sldId id="277" r:id="rId25"/>
    <p:sldId id="278" r:id="rId26"/>
    <p:sldId id="279" r:id="rId27"/>
    <p:sldId id="266" r:id="rId28"/>
    <p:sldId id="267" r:id="rId29"/>
    <p:sldId id="280" r:id="rId30"/>
    <p:sldId id="281" r:id="rId31"/>
    <p:sldId id="282" r:id="rId32"/>
    <p:sldId id="26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B8B098-9E4A-5C4C-B1D3-441609A27882}" v="11" dt="2026-03-04T12:37:10.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Narayan SANKARAN" userId="6f0ff39a-a7d1-4122-a340-855840e56982" providerId="ADAL" clId="{861629F1-8604-5DAC-9771-7EF4C6D6FF71}"/>
    <pc:docChg chg="undo redo custSel modSld">
      <pc:chgData name="Aditya Narayan SANKARAN" userId="6f0ff39a-a7d1-4122-a340-855840e56982" providerId="ADAL" clId="{861629F1-8604-5DAC-9771-7EF4C6D6FF71}" dt="2026-03-04T14:54:44.968" v="3090" actId="20577"/>
      <pc:docMkLst>
        <pc:docMk/>
      </pc:docMkLst>
      <pc:sldChg chg="addSp modSp mod modNotesTx">
        <pc:chgData name="Aditya Narayan SANKARAN" userId="6f0ff39a-a7d1-4122-a340-855840e56982" providerId="ADAL" clId="{861629F1-8604-5DAC-9771-7EF4C6D6FF71}" dt="2026-03-04T12:37:10.125" v="3065"/>
        <pc:sldMkLst>
          <pc:docMk/>
          <pc:sldMk cId="109857222" sldId="256"/>
        </pc:sldMkLst>
        <pc:spChg chg="add mod">
          <ac:chgData name="Aditya Narayan SANKARAN" userId="6f0ff39a-a7d1-4122-a340-855840e56982" providerId="ADAL" clId="{861629F1-8604-5DAC-9771-7EF4C6D6FF71}" dt="2026-03-04T12:37:10.125" v="3065"/>
          <ac:spMkLst>
            <pc:docMk/>
            <pc:sldMk cId="109857222" sldId="256"/>
            <ac:spMk id="5" creationId="{3D6D6D5E-867F-40AB-E31A-3431AE806C7A}"/>
          </ac:spMkLst>
        </pc:spChg>
        <pc:grpChg chg="mod">
          <ac:chgData name="Aditya Narayan SANKARAN" userId="6f0ff39a-a7d1-4122-a340-855840e56982" providerId="ADAL" clId="{861629F1-8604-5DAC-9771-7EF4C6D6FF71}" dt="2026-03-03T08:15:10.200" v="75" actId="1076"/>
          <ac:grpSpMkLst>
            <pc:docMk/>
            <pc:sldMk cId="109857222" sldId="256"/>
            <ac:grpSpMk id="16" creationId="{8470B9D1-BAC1-CC33-9F4D-CBF93EFF171F}"/>
          </ac:grpSpMkLst>
        </pc:grpChg>
      </pc:sldChg>
      <pc:sldChg chg="addSp delSp modSp mod setBg modNotesTx">
        <pc:chgData name="Aditya Narayan SANKARAN" userId="6f0ff39a-a7d1-4122-a340-855840e56982" providerId="ADAL" clId="{861629F1-8604-5DAC-9771-7EF4C6D6FF71}" dt="2026-03-04T12:37:10.125" v="3065"/>
        <pc:sldMkLst>
          <pc:docMk/>
          <pc:sldMk cId="4479198" sldId="257"/>
        </pc:sldMkLst>
        <pc:spChg chg="mod">
          <ac:chgData name="Aditya Narayan SANKARAN" userId="6f0ff39a-a7d1-4122-a340-855840e56982" providerId="ADAL" clId="{861629F1-8604-5DAC-9771-7EF4C6D6FF71}" dt="2026-03-04T10:23:34.136" v="3048" actId="26606"/>
          <ac:spMkLst>
            <pc:docMk/>
            <pc:sldMk cId="4479198" sldId="257"/>
            <ac:spMk id="2" creationId="{5CC15031-39FB-C516-D9B9-05B0DA4CCBF2}"/>
          </ac:spMkLst>
        </pc:spChg>
        <pc:spChg chg="add del mod ord">
          <ac:chgData name="Aditya Narayan SANKARAN" userId="6f0ff39a-a7d1-4122-a340-855840e56982" providerId="ADAL" clId="{861629F1-8604-5DAC-9771-7EF4C6D6FF71}" dt="2026-03-04T10:23:34.136" v="3048" actId="26606"/>
          <ac:spMkLst>
            <pc:docMk/>
            <pc:sldMk cId="4479198" sldId="257"/>
            <ac:spMk id="3" creationId="{6E9CFD11-0F24-DB08-3FB4-6DFA35B55FF6}"/>
          </ac:spMkLst>
        </pc:spChg>
        <pc:spChg chg="add">
          <ac:chgData name="Aditya Narayan SANKARAN" userId="6f0ff39a-a7d1-4122-a340-855840e56982" providerId="ADAL" clId="{861629F1-8604-5DAC-9771-7EF4C6D6FF71}" dt="2026-03-04T10:22:51.068" v="3041"/>
          <ac:spMkLst>
            <pc:docMk/>
            <pc:sldMk cId="4479198" sldId="257"/>
            <ac:spMk id="6" creationId="{39F952B6-6DF7-F97E-57CC-7B916E5C5E0E}"/>
          </ac:spMkLst>
        </pc:spChg>
        <pc:spChg chg="add mod">
          <ac:chgData name="Aditya Narayan SANKARAN" userId="6f0ff39a-a7d1-4122-a340-855840e56982" providerId="ADAL" clId="{861629F1-8604-5DAC-9771-7EF4C6D6FF71}" dt="2026-03-04T10:24:08.413" v="3059" actId="1076"/>
          <ac:spMkLst>
            <pc:docMk/>
            <pc:sldMk cId="4479198" sldId="257"/>
            <ac:spMk id="9" creationId="{5752D283-46AD-11D4-3852-A737AC7CFFE7}"/>
          </ac:spMkLst>
        </pc:spChg>
        <pc:spChg chg="add del">
          <ac:chgData name="Aditya Narayan SANKARAN" userId="6f0ff39a-a7d1-4122-a340-855840e56982" providerId="ADAL" clId="{861629F1-8604-5DAC-9771-7EF4C6D6FF71}" dt="2026-03-04T10:23:34.136" v="3048" actId="26606"/>
          <ac:spMkLst>
            <pc:docMk/>
            <pc:sldMk cId="4479198" sldId="257"/>
            <ac:spMk id="10" creationId="{A67E2D8A-19BE-48A0-889C-CCAC02348C99}"/>
          </ac:spMkLst>
        </pc:spChg>
        <pc:spChg chg="add mod">
          <ac:chgData name="Aditya Narayan SANKARAN" userId="6f0ff39a-a7d1-4122-a340-855840e56982" providerId="ADAL" clId="{861629F1-8604-5DAC-9771-7EF4C6D6FF71}" dt="2026-03-04T12:37:10.125" v="3065"/>
          <ac:spMkLst>
            <pc:docMk/>
            <pc:sldMk cId="4479198" sldId="257"/>
            <ac:spMk id="11" creationId="{1C2F0D73-841E-F48A-8A71-889BEE05F0BE}"/>
          </ac:spMkLst>
        </pc:spChg>
        <pc:spChg chg="add del">
          <ac:chgData name="Aditya Narayan SANKARAN" userId="6f0ff39a-a7d1-4122-a340-855840e56982" providerId="ADAL" clId="{861629F1-8604-5DAC-9771-7EF4C6D6FF71}" dt="2026-03-04T10:23:34.135" v="3047" actId="26606"/>
          <ac:spMkLst>
            <pc:docMk/>
            <pc:sldMk cId="4479198" sldId="257"/>
            <ac:spMk id="15" creationId="{8E2B8A2D-F46F-4DA5-8AFF-BC57461C281A}"/>
          </ac:spMkLst>
        </pc:spChg>
        <pc:spChg chg="add del">
          <ac:chgData name="Aditya Narayan SANKARAN" userId="6f0ff39a-a7d1-4122-a340-855840e56982" providerId="ADAL" clId="{861629F1-8604-5DAC-9771-7EF4C6D6FF71}" dt="2026-03-04T10:23:34.135" v="3047" actId="26606"/>
          <ac:spMkLst>
            <pc:docMk/>
            <pc:sldMk cId="4479198" sldId="257"/>
            <ac:spMk id="17" creationId="{292BAD85-00E4-4D0A-993C-8372E78E1ADD}"/>
          </ac:spMkLst>
        </pc:spChg>
        <pc:picChg chg="add mod ord modCrop">
          <ac:chgData name="Aditya Narayan SANKARAN" userId="6f0ff39a-a7d1-4122-a340-855840e56982" providerId="ADAL" clId="{861629F1-8604-5DAC-9771-7EF4C6D6FF71}" dt="2026-03-04T10:23:48.764" v="3051" actId="14100"/>
          <ac:picMkLst>
            <pc:docMk/>
            <pc:sldMk cId="4479198" sldId="257"/>
            <ac:picMk id="4" creationId="{D629DE5C-8051-E852-3122-885ACD9C9005}"/>
          </ac:picMkLst>
        </pc:picChg>
        <pc:picChg chg="ord">
          <ac:chgData name="Aditya Narayan SANKARAN" userId="6f0ff39a-a7d1-4122-a340-855840e56982" providerId="ADAL" clId="{861629F1-8604-5DAC-9771-7EF4C6D6FF71}" dt="2026-03-02T10:10:32.573" v="55" actId="26606"/>
          <ac:picMkLst>
            <pc:docMk/>
            <pc:sldMk cId="4479198" sldId="257"/>
            <ac:picMk id="5" creationId="{C528DB5D-A2F7-DB11-4E56-076CFA6864AC}"/>
          </ac:picMkLst>
        </pc:picChg>
        <pc:picChg chg="add mod ord">
          <ac:chgData name="Aditya Narayan SANKARAN" userId="6f0ff39a-a7d1-4122-a340-855840e56982" providerId="ADAL" clId="{861629F1-8604-5DAC-9771-7EF4C6D6FF71}" dt="2026-03-04T10:23:34.136" v="3048" actId="26606"/>
          <ac:picMkLst>
            <pc:docMk/>
            <pc:sldMk cId="4479198" sldId="257"/>
            <ac:picMk id="7" creationId="{2B9FA41E-1692-CD66-A58F-DCD1F9FEB778}"/>
          </ac:picMkLst>
        </pc:picChg>
      </pc:sldChg>
      <pc:sldChg chg="addSp modSp">
        <pc:chgData name="Aditya Narayan SANKARAN" userId="6f0ff39a-a7d1-4122-a340-855840e56982" providerId="ADAL" clId="{861629F1-8604-5DAC-9771-7EF4C6D6FF71}" dt="2026-03-04T12:37:10.125" v="3065"/>
        <pc:sldMkLst>
          <pc:docMk/>
          <pc:sldMk cId="7362876" sldId="258"/>
        </pc:sldMkLst>
        <pc:spChg chg="add mod">
          <ac:chgData name="Aditya Narayan SANKARAN" userId="6f0ff39a-a7d1-4122-a340-855840e56982" providerId="ADAL" clId="{861629F1-8604-5DAC-9771-7EF4C6D6FF71}" dt="2026-03-04T12:37:10.125" v="3065"/>
          <ac:spMkLst>
            <pc:docMk/>
            <pc:sldMk cId="7362876" sldId="258"/>
            <ac:spMk id="2" creationId="{0929F2D9-85B5-5677-C9F5-AA3AB0147BDD}"/>
          </ac:spMkLst>
        </pc:spChg>
      </pc:sldChg>
      <pc:sldChg chg="addSp delSp modSp mod setBg modNotesTx">
        <pc:chgData name="Aditya Narayan SANKARAN" userId="6f0ff39a-a7d1-4122-a340-855840e56982" providerId="ADAL" clId="{861629F1-8604-5DAC-9771-7EF4C6D6FF71}" dt="2026-03-04T12:37:10.125" v="3065"/>
        <pc:sldMkLst>
          <pc:docMk/>
          <pc:sldMk cId="3229357200" sldId="259"/>
        </pc:sldMkLst>
        <pc:spChg chg="add mod">
          <ac:chgData name="Aditya Narayan SANKARAN" userId="6f0ff39a-a7d1-4122-a340-855840e56982" providerId="ADAL" clId="{861629F1-8604-5DAC-9771-7EF4C6D6FF71}" dt="2026-03-04T12:37:10.125" v="3065"/>
          <ac:spMkLst>
            <pc:docMk/>
            <pc:sldMk cId="3229357200" sldId="259"/>
            <ac:spMk id="2" creationId="{D85F17C7-0F68-C6FA-7F51-82CB9C0B5B54}"/>
          </ac:spMkLst>
        </pc:spChg>
        <pc:spChg chg="mod">
          <ac:chgData name="Aditya Narayan SANKARAN" userId="6f0ff39a-a7d1-4122-a340-855840e56982" providerId="ADAL" clId="{861629F1-8604-5DAC-9771-7EF4C6D6FF71}" dt="2026-03-02T09:30:36.948" v="51" actId="26606"/>
          <ac:spMkLst>
            <pc:docMk/>
            <pc:sldMk cId="3229357200" sldId="259"/>
            <ac:spMk id="4" creationId="{969C085D-C9F9-0CDE-5896-3351FE4DB736}"/>
          </ac:spMkLst>
        </pc:spChg>
        <pc:graphicFrameChg chg="add">
          <ac:chgData name="Aditya Narayan SANKARAN" userId="6f0ff39a-a7d1-4122-a340-855840e56982" providerId="ADAL" clId="{861629F1-8604-5DAC-9771-7EF4C6D6FF71}" dt="2026-03-02T09:30:36.948" v="51" actId="26606"/>
          <ac:graphicFrameMkLst>
            <pc:docMk/>
            <pc:sldMk cId="3229357200" sldId="259"/>
            <ac:graphicFrameMk id="7" creationId="{B4F12E42-EBA1-1F86-62E6-66D670D9A325}"/>
          </ac:graphicFrameMkLst>
        </pc:graphicFrameChg>
      </pc:sldChg>
      <pc:sldChg chg="addSp modSp">
        <pc:chgData name="Aditya Narayan SANKARAN" userId="6f0ff39a-a7d1-4122-a340-855840e56982" providerId="ADAL" clId="{861629F1-8604-5DAC-9771-7EF4C6D6FF71}" dt="2026-03-04T12:37:10.125" v="3065"/>
        <pc:sldMkLst>
          <pc:docMk/>
          <pc:sldMk cId="3002045829" sldId="260"/>
        </pc:sldMkLst>
        <pc:spChg chg="add mod">
          <ac:chgData name="Aditya Narayan SANKARAN" userId="6f0ff39a-a7d1-4122-a340-855840e56982" providerId="ADAL" clId="{861629F1-8604-5DAC-9771-7EF4C6D6FF71}" dt="2026-03-04T12:37:10.125" v="3065"/>
          <ac:spMkLst>
            <pc:docMk/>
            <pc:sldMk cId="3002045829" sldId="260"/>
            <ac:spMk id="2" creationId="{D0D2EAD3-A604-DB8E-FC78-A02A2E90C4F1}"/>
          </ac:spMkLst>
        </pc:spChg>
      </pc:sldChg>
      <pc:sldChg chg="addSp delSp modSp mod setBg modNotesTx">
        <pc:chgData name="Aditya Narayan SANKARAN" userId="6f0ff39a-a7d1-4122-a340-855840e56982" providerId="ADAL" clId="{861629F1-8604-5DAC-9771-7EF4C6D6FF71}" dt="2026-03-04T12:37:10.125" v="3065"/>
        <pc:sldMkLst>
          <pc:docMk/>
          <pc:sldMk cId="2175178234" sldId="261"/>
        </pc:sldMkLst>
        <pc:spChg chg="add mod">
          <ac:chgData name="Aditya Narayan SANKARAN" userId="6f0ff39a-a7d1-4122-a340-855840e56982" providerId="ADAL" clId="{861629F1-8604-5DAC-9771-7EF4C6D6FF71}" dt="2026-03-04T12:37:10.125" v="3065"/>
          <ac:spMkLst>
            <pc:docMk/>
            <pc:sldMk cId="2175178234" sldId="261"/>
            <ac:spMk id="2" creationId="{4283235C-6710-B3E0-0094-A8160A45A577}"/>
          </ac:spMkLst>
        </pc:spChg>
        <pc:spChg chg="mod">
          <ac:chgData name="Aditya Narayan SANKARAN" userId="6f0ff39a-a7d1-4122-a340-855840e56982" providerId="ADAL" clId="{861629F1-8604-5DAC-9771-7EF4C6D6FF71}" dt="2026-03-02T09:30:25.929" v="50" actId="26606"/>
          <ac:spMkLst>
            <pc:docMk/>
            <pc:sldMk cId="2175178234" sldId="261"/>
            <ac:spMk id="4" creationId="{EE56CEA5-2190-2247-98BF-1C3461C918D6}"/>
          </ac:spMkLst>
        </pc:spChg>
        <pc:graphicFrameChg chg="add">
          <ac:chgData name="Aditya Narayan SANKARAN" userId="6f0ff39a-a7d1-4122-a340-855840e56982" providerId="ADAL" clId="{861629F1-8604-5DAC-9771-7EF4C6D6FF71}" dt="2026-03-02T09:30:25.929" v="50" actId="26606"/>
          <ac:graphicFrameMkLst>
            <pc:docMk/>
            <pc:sldMk cId="2175178234" sldId="261"/>
            <ac:graphicFrameMk id="7" creationId="{D38373EC-8139-B31C-39AA-C3D61A7E02D8}"/>
          </ac:graphicFrameMkLst>
        </pc:graphicFrameChg>
      </pc:sldChg>
      <pc:sldChg chg="addSp modSp">
        <pc:chgData name="Aditya Narayan SANKARAN" userId="6f0ff39a-a7d1-4122-a340-855840e56982" providerId="ADAL" clId="{861629F1-8604-5DAC-9771-7EF4C6D6FF71}" dt="2026-03-04T12:37:10.125" v="3065"/>
        <pc:sldMkLst>
          <pc:docMk/>
          <pc:sldMk cId="1660241360" sldId="262"/>
        </pc:sldMkLst>
        <pc:spChg chg="add mod">
          <ac:chgData name="Aditya Narayan SANKARAN" userId="6f0ff39a-a7d1-4122-a340-855840e56982" providerId="ADAL" clId="{861629F1-8604-5DAC-9771-7EF4C6D6FF71}" dt="2026-03-04T12:37:10.125" v="3065"/>
          <ac:spMkLst>
            <pc:docMk/>
            <pc:sldMk cId="1660241360" sldId="262"/>
            <ac:spMk id="2" creationId="{E2D1DA3F-707E-6971-FADC-CCB565B8543B}"/>
          </ac:spMkLst>
        </pc:spChg>
      </pc:sldChg>
      <pc:sldChg chg="addSp delSp modSp mod setBg modNotesTx">
        <pc:chgData name="Aditya Narayan SANKARAN" userId="6f0ff39a-a7d1-4122-a340-855840e56982" providerId="ADAL" clId="{861629F1-8604-5DAC-9771-7EF4C6D6FF71}" dt="2026-03-04T12:37:10.125" v="3065"/>
        <pc:sldMkLst>
          <pc:docMk/>
          <pc:sldMk cId="2629560418" sldId="263"/>
        </pc:sldMkLst>
        <pc:spChg chg="add mod">
          <ac:chgData name="Aditya Narayan SANKARAN" userId="6f0ff39a-a7d1-4122-a340-855840e56982" providerId="ADAL" clId="{861629F1-8604-5DAC-9771-7EF4C6D6FF71}" dt="2026-03-04T12:37:10.125" v="3065"/>
          <ac:spMkLst>
            <pc:docMk/>
            <pc:sldMk cId="2629560418" sldId="263"/>
            <ac:spMk id="2" creationId="{11F989C8-A18E-00D2-E7EE-A969333735F4}"/>
          </ac:spMkLst>
        </pc:spChg>
        <pc:spChg chg="mod">
          <ac:chgData name="Aditya Narayan SANKARAN" userId="6f0ff39a-a7d1-4122-a340-855840e56982" providerId="ADAL" clId="{861629F1-8604-5DAC-9771-7EF4C6D6FF71}" dt="2026-03-02T09:18:15.983" v="19" actId="26606"/>
          <ac:spMkLst>
            <pc:docMk/>
            <pc:sldMk cId="2629560418" sldId="263"/>
            <ac:spMk id="4" creationId="{6DC05763-B4DF-188D-7726-8152A3718CE8}"/>
          </ac:spMkLst>
        </pc:spChg>
        <pc:graphicFrameChg chg="add">
          <ac:chgData name="Aditya Narayan SANKARAN" userId="6f0ff39a-a7d1-4122-a340-855840e56982" providerId="ADAL" clId="{861629F1-8604-5DAC-9771-7EF4C6D6FF71}" dt="2026-03-02T09:18:15.983" v="19" actId="26606"/>
          <ac:graphicFrameMkLst>
            <pc:docMk/>
            <pc:sldMk cId="2629560418" sldId="263"/>
            <ac:graphicFrameMk id="7" creationId="{E0A8D644-12BD-03FE-989F-2C0D4E83E72B}"/>
          </ac:graphicFrameMkLst>
        </pc:graphicFrameChg>
      </pc:sldChg>
      <pc:sldChg chg="addSp modSp">
        <pc:chgData name="Aditya Narayan SANKARAN" userId="6f0ff39a-a7d1-4122-a340-855840e56982" providerId="ADAL" clId="{861629F1-8604-5DAC-9771-7EF4C6D6FF71}" dt="2026-03-04T12:37:10.125" v="3065"/>
        <pc:sldMkLst>
          <pc:docMk/>
          <pc:sldMk cId="1764161486" sldId="264"/>
        </pc:sldMkLst>
        <pc:spChg chg="add mod">
          <ac:chgData name="Aditya Narayan SANKARAN" userId="6f0ff39a-a7d1-4122-a340-855840e56982" providerId="ADAL" clId="{861629F1-8604-5DAC-9771-7EF4C6D6FF71}" dt="2026-03-04T12:37:10.125" v="3065"/>
          <ac:spMkLst>
            <pc:docMk/>
            <pc:sldMk cId="1764161486" sldId="264"/>
            <ac:spMk id="2" creationId="{87F60B70-A1D5-34EE-99AA-DF82912139CD}"/>
          </ac:spMkLst>
        </pc:spChg>
      </pc:sldChg>
      <pc:sldChg chg="addSp delSp modSp mod setBg">
        <pc:chgData name="Aditya Narayan SANKARAN" userId="6f0ff39a-a7d1-4122-a340-855840e56982" providerId="ADAL" clId="{861629F1-8604-5DAC-9771-7EF4C6D6FF71}" dt="2026-03-04T12:37:10.125" v="3065"/>
        <pc:sldMkLst>
          <pc:docMk/>
          <pc:sldMk cId="2412266772" sldId="265"/>
        </pc:sldMkLst>
        <pc:spChg chg="add mod">
          <ac:chgData name="Aditya Narayan SANKARAN" userId="6f0ff39a-a7d1-4122-a340-855840e56982" providerId="ADAL" clId="{861629F1-8604-5DAC-9771-7EF4C6D6FF71}" dt="2026-03-04T12:37:10.125" v="3065"/>
          <ac:spMkLst>
            <pc:docMk/>
            <pc:sldMk cId="2412266772" sldId="265"/>
            <ac:spMk id="2" creationId="{C078BCD8-7C1D-A82F-1155-2E817349130D}"/>
          </ac:spMkLst>
        </pc:spChg>
        <pc:spChg chg="mod">
          <ac:chgData name="Aditya Narayan SANKARAN" userId="6f0ff39a-a7d1-4122-a340-855840e56982" providerId="ADAL" clId="{861629F1-8604-5DAC-9771-7EF4C6D6FF71}" dt="2026-03-02T09:19:10.067" v="22" actId="26606"/>
          <ac:spMkLst>
            <pc:docMk/>
            <pc:sldMk cId="2412266772" sldId="265"/>
            <ac:spMk id="4" creationId="{39C1F0D4-5C8E-6D6B-AE51-AAD37922F337}"/>
          </ac:spMkLst>
        </pc:spChg>
        <pc:spChg chg="add">
          <ac:chgData name="Aditya Narayan SANKARAN" userId="6f0ff39a-a7d1-4122-a340-855840e56982" providerId="ADAL" clId="{861629F1-8604-5DAC-9771-7EF4C6D6FF71}" dt="2026-03-02T15:36:16.995" v="66" actId="26606"/>
          <ac:spMkLst>
            <pc:docMk/>
            <pc:sldMk cId="2412266772" sldId="265"/>
            <ac:spMk id="20" creationId="{1E1665A6-74DB-4F44-A6EF-F01205E8718B}"/>
          </ac:spMkLst>
        </pc:spChg>
        <pc:graphicFrameChg chg="add mod modGraphic">
          <ac:chgData name="Aditya Narayan SANKARAN" userId="6f0ff39a-a7d1-4122-a340-855840e56982" providerId="ADAL" clId="{861629F1-8604-5DAC-9771-7EF4C6D6FF71}" dt="2026-03-02T15:36:16.995" v="66" actId="26606"/>
          <ac:graphicFrameMkLst>
            <pc:docMk/>
            <pc:sldMk cId="2412266772" sldId="265"/>
            <ac:graphicFrameMk id="7" creationId="{7F0C6234-1BE6-E0DC-2227-6DCE47D7B822}"/>
          </ac:graphicFrameMkLst>
        </pc:graphicFrameChg>
      </pc:sldChg>
      <pc:sldChg chg="addSp modSp">
        <pc:chgData name="Aditya Narayan SANKARAN" userId="6f0ff39a-a7d1-4122-a340-855840e56982" providerId="ADAL" clId="{861629F1-8604-5DAC-9771-7EF4C6D6FF71}" dt="2026-03-04T12:37:10.125" v="3065"/>
        <pc:sldMkLst>
          <pc:docMk/>
          <pc:sldMk cId="1136780938" sldId="266"/>
        </pc:sldMkLst>
        <pc:spChg chg="add mod">
          <ac:chgData name="Aditya Narayan SANKARAN" userId="6f0ff39a-a7d1-4122-a340-855840e56982" providerId="ADAL" clId="{861629F1-8604-5DAC-9771-7EF4C6D6FF71}" dt="2026-03-04T12:37:10.125" v="3065"/>
          <ac:spMkLst>
            <pc:docMk/>
            <pc:sldMk cId="1136780938" sldId="266"/>
            <ac:spMk id="2" creationId="{333497AF-E7C1-F6D5-D946-5D39C4654BD1}"/>
          </ac:spMkLst>
        </pc:spChg>
      </pc:sldChg>
      <pc:sldChg chg="addSp modSp">
        <pc:chgData name="Aditya Narayan SANKARAN" userId="6f0ff39a-a7d1-4122-a340-855840e56982" providerId="ADAL" clId="{861629F1-8604-5DAC-9771-7EF4C6D6FF71}" dt="2026-03-04T12:37:10.125" v="3065"/>
        <pc:sldMkLst>
          <pc:docMk/>
          <pc:sldMk cId="2813406742" sldId="267"/>
        </pc:sldMkLst>
        <pc:spChg chg="add mod">
          <ac:chgData name="Aditya Narayan SANKARAN" userId="6f0ff39a-a7d1-4122-a340-855840e56982" providerId="ADAL" clId="{861629F1-8604-5DAC-9771-7EF4C6D6FF71}" dt="2026-03-04T12:37:10.125" v="3065"/>
          <ac:spMkLst>
            <pc:docMk/>
            <pc:sldMk cId="2813406742" sldId="267"/>
            <ac:spMk id="2" creationId="{C00FCDFF-D802-8EF9-47E9-3D438CA8153D}"/>
          </ac:spMkLst>
        </pc:spChg>
      </pc:sldChg>
      <pc:sldChg chg="addSp modSp mod">
        <pc:chgData name="Aditya Narayan SANKARAN" userId="6f0ff39a-a7d1-4122-a340-855840e56982" providerId="ADAL" clId="{861629F1-8604-5DAC-9771-7EF4C6D6FF71}" dt="2026-03-04T14:54:44.968" v="3090" actId="20577"/>
        <pc:sldMkLst>
          <pc:docMk/>
          <pc:sldMk cId="4261712354" sldId="268"/>
        </pc:sldMkLst>
        <pc:spChg chg="mod">
          <ac:chgData name="Aditya Narayan SANKARAN" userId="6f0ff39a-a7d1-4122-a340-855840e56982" providerId="ADAL" clId="{861629F1-8604-5DAC-9771-7EF4C6D6FF71}" dt="2026-03-04T14:54:44.968" v="3090" actId="20577"/>
          <ac:spMkLst>
            <pc:docMk/>
            <pc:sldMk cId="4261712354" sldId="268"/>
            <ac:spMk id="2" creationId="{6A1CFCD2-4A75-5A80-8E61-1775C0B322C6}"/>
          </ac:spMkLst>
        </pc:spChg>
        <pc:spChg chg="add mod">
          <ac:chgData name="Aditya Narayan SANKARAN" userId="6f0ff39a-a7d1-4122-a340-855840e56982" providerId="ADAL" clId="{861629F1-8604-5DAC-9771-7EF4C6D6FF71}" dt="2026-03-04T12:37:10.125" v="3065"/>
          <ac:spMkLst>
            <pc:docMk/>
            <pc:sldMk cId="4261712354" sldId="268"/>
            <ac:spMk id="3" creationId="{2E5E726A-9319-A3D5-ECEB-79285F279E2E}"/>
          </ac:spMkLst>
        </pc:spChg>
      </pc:sldChg>
      <pc:sldChg chg="addSp delSp modSp mod setBg modNotesTx">
        <pc:chgData name="Aditya Narayan SANKARAN" userId="6f0ff39a-a7d1-4122-a340-855840e56982" providerId="ADAL" clId="{861629F1-8604-5DAC-9771-7EF4C6D6FF71}" dt="2026-03-04T12:37:10.125" v="3065"/>
        <pc:sldMkLst>
          <pc:docMk/>
          <pc:sldMk cId="3897084441" sldId="269"/>
        </pc:sldMkLst>
        <pc:spChg chg="add mod">
          <ac:chgData name="Aditya Narayan SANKARAN" userId="6f0ff39a-a7d1-4122-a340-855840e56982" providerId="ADAL" clId="{861629F1-8604-5DAC-9771-7EF4C6D6FF71}" dt="2026-03-04T12:37:10.125" v="3065"/>
          <ac:spMkLst>
            <pc:docMk/>
            <pc:sldMk cId="3897084441" sldId="269"/>
            <ac:spMk id="2" creationId="{1CA607E6-D4FB-721A-0F45-98DB0E396298}"/>
          </ac:spMkLst>
        </pc:spChg>
        <pc:spChg chg="mod">
          <ac:chgData name="Aditya Narayan SANKARAN" userId="6f0ff39a-a7d1-4122-a340-855840e56982" providerId="ADAL" clId="{861629F1-8604-5DAC-9771-7EF4C6D6FF71}" dt="2026-03-02T15:35:09.796" v="60" actId="26606"/>
          <ac:spMkLst>
            <pc:docMk/>
            <pc:sldMk cId="3897084441" sldId="269"/>
            <ac:spMk id="4" creationId="{6FD4C63D-DF66-E2D6-9527-2F81D25F20C7}"/>
          </ac:spMkLst>
        </pc:spChg>
        <pc:spChg chg="add del">
          <ac:chgData name="Aditya Narayan SANKARAN" userId="6f0ff39a-a7d1-4122-a340-855840e56982" providerId="ADAL" clId="{861629F1-8604-5DAC-9771-7EF4C6D6FF71}" dt="2026-03-02T15:35:09.796" v="60" actId="26606"/>
          <ac:spMkLst>
            <pc:docMk/>
            <pc:sldMk cId="3897084441" sldId="269"/>
            <ac:spMk id="5" creationId="{3F375BA4-2FD9-3A8A-C3FF-69C8C32270D8}"/>
          </ac:spMkLst>
        </pc:spChg>
      </pc:sldChg>
      <pc:sldChg chg="addSp delSp modSp mod modNotesTx">
        <pc:chgData name="Aditya Narayan SANKARAN" userId="6f0ff39a-a7d1-4122-a340-855840e56982" providerId="ADAL" clId="{861629F1-8604-5DAC-9771-7EF4C6D6FF71}" dt="2026-03-04T12:37:10.125" v="3065"/>
        <pc:sldMkLst>
          <pc:docMk/>
          <pc:sldMk cId="1590522733" sldId="270"/>
        </pc:sldMkLst>
        <pc:spChg chg="add mod">
          <ac:chgData name="Aditya Narayan SANKARAN" userId="6f0ff39a-a7d1-4122-a340-855840e56982" providerId="ADAL" clId="{861629F1-8604-5DAC-9771-7EF4C6D6FF71}" dt="2026-03-04T12:37:10.125" v="3065"/>
          <ac:spMkLst>
            <pc:docMk/>
            <pc:sldMk cId="1590522733" sldId="270"/>
            <ac:spMk id="3" creationId="{E8EB2F78-ABC0-8A11-FC04-A5E80F52E6AF}"/>
          </ac:spMkLst>
        </pc:spChg>
        <pc:picChg chg="add mod">
          <ac:chgData name="Aditya Narayan SANKARAN" userId="6f0ff39a-a7d1-4122-a340-855840e56982" providerId="ADAL" clId="{861629F1-8604-5DAC-9771-7EF4C6D6FF71}" dt="2026-03-02T09:07:33.335" v="9" actId="1076"/>
          <ac:picMkLst>
            <pc:docMk/>
            <pc:sldMk cId="1590522733" sldId="270"/>
            <ac:picMk id="6" creationId="{F9C0EAB9-0BBD-E47F-2FA4-1B5C8CA16AF6}"/>
          </ac:picMkLst>
        </pc:picChg>
      </pc:sldChg>
      <pc:sldChg chg="addSp delSp modSp mod setBg modNotesTx">
        <pc:chgData name="Aditya Narayan SANKARAN" userId="6f0ff39a-a7d1-4122-a340-855840e56982" providerId="ADAL" clId="{861629F1-8604-5DAC-9771-7EF4C6D6FF71}" dt="2026-03-04T12:37:10.125" v="3065"/>
        <pc:sldMkLst>
          <pc:docMk/>
          <pc:sldMk cId="3339156333" sldId="271"/>
        </pc:sldMkLst>
        <pc:spChg chg="mod">
          <ac:chgData name="Aditya Narayan SANKARAN" userId="6f0ff39a-a7d1-4122-a340-855840e56982" providerId="ADAL" clId="{861629F1-8604-5DAC-9771-7EF4C6D6FF71}" dt="2026-03-02T15:35:38.463" v="61" actId="26606"/>
          <ac:spMkLst>
            <pc:docMk/>
            <pc:sldMk cId="3339156333" sldId="271"/>
            <ac:spMk id="2" creationId="{45C6DE92-FA54-D55E-2155-DAB08BB4D6A0}"/>
          </ac:spMkLst>
        </pc:spChg>
        <pc:spChg chg="add mod">
          <ac:chgData name="Aditya Narayan SANKARAN" userId="6f0ff39a-a7d1-4122-a340-855840e56982" providerId="ADAL" clId="{861629F1-8604-5DAC-9771-7EF4C6D6FF71}" dt="2026-03-04T12:37:10.125" v="3065"/>
          <ac:spMkLst>
            <pc:docMk/>
            <pc:sldMk cId="3339156333" sldId="271"/>
            <ac:spMk id="3" creationId="{05E8D77D-4B47-7F3B-4460-2C4729F749A4}"/>
          </ac:spMkLst>
        </pc:spChg>
        <pc:graphicFrameChg chg="add">
          <ac:chgData name="Aditya Narayan SANKARAN" userId="6f0ff39a-a7d1-4122-a340-855840e56982" providerId="ADAL" clId="{861629F1-8604-5DAC-9771-7EF4C6D6FF71}" dt="2026-03-02T15:35:38.463" v="61" actId="26606"/>
          <ac:graphicFrameMkLst>
            <pc:docMk/>
            <pc:sldMk cId="3339156333" sldId="271"/>
            <ac:graphicFrameMk id="7" creationId="{21E340D9-36AE-EB07-640D-8B8A5CBC77B9}"/>
          </ac:graphicFrameMkLst>
        </pc:graphicFrameChg>
      </pc:sldChg>
      <pc:sldChg chg="addSp delSp modSp mod setBg modNotesTx">
        <pc:chgData name="Aditya Narayan SANKARAN" userId="6f0ff39a-a7d1-4122-a340-855840e56982" providerId="ADAL" clId="{861629F1-8604-5DAC-9771-7EF4C6D6FF71}" dt="2026-03-04T12:37:10.125" v="3065"/>
        <pc:sldMkLst>
          <pc:docMk/>
          <pc:sldMk cId="3314325453" sldId="272"/>
        </pc:sldMkLst>
        <pc:spChg chg="mod">
          <ac:chgData name="Aditya Narayan SANKARAN" userId="6f0ff39a-a7d1-4122-a340-855840e56982" providerId="ADAL" clId="{861629F1-8604-5DAC-9771-7EF4C6D6FF71}" dt="2026-03-02T09:18:43.446" v="20" actId="26606"/>
          <ac:spMkLst>
            <pc:docMk/>
            <pc:sldMk cId="3314325453" sldId="272"/>
            <ac:spMk id="2" creationId="{B7734321-F087-E015-9D07-791B40CAFE2A}"/>
          </ac:spMkLst>
        </pc:spChg>
        <pc:spChg chg="add mod">
          <ac:chgData name="Aditya Narayan SANKARAN" userId="6f0ff39a-a7d1-4122-a340-855840e56982" providerId="ADAL" clId="{861629F1-8604-5DAC-9771-7EF4C6D6FF71}" dt="2026-03-04T12:37:10.125" v="3065"/>
          <ac:spMkLst>
            <pc:docMk/>
            <pc:sldMk cId="3314325453" sldId="272"/>
            <ac:spMk id="3" creationId="{8D3A400B-9FCB-FAFF-B8DA-95ECB1434339}"/>
          </ac:spMkLst>
        </pc:spChg>
        <pc:graphicFrameChg chg="add">
          <ac:chgData name="Aditya Narayan SANKARAN" userId="6f0ff39a-a7d1-4122-a340-855840e56982" providerId="ADAL" clId="{861629F1-8604-5DAC-9771-7EF4C6D6FF71}" dt="2026-03-02T09:18:43.446" v="20" actId="26606"/>
          <ac:graphicFrameMkLst>
            <pc:docMk/>
            <pc:sldMk cId="3314325453" sldId="272"/>
            <ac:graphicFrameMk id="7" creationId="{E167BB61-8ED0-CAF1-0A89-BFFF6408A51E}"/>
          </ac:graphicFrameMkLst>
        </pc:graphicFrameChg>
      </pc:sldChg>
      <pc:sldChg chg="addSp delSp modSp mod setBg modNotesTx">
        <pc:chgData name="Aditya Narayan SANKARAN" userId="6f0ff39a-a7d1-4122-a340-855840e56982" providerId="ADAL" clId="{861629F1-8604-5DAC-9771-7EF4C6D6FF71}" dt="2026-03-04T12:37:10.125" v="3065"/>
        <pc:sldMkLst>
          <pc:docMk/>
          <pc:sldMk cId="3191327915" sldId="273"/>
        </pc:sldMkLst>
        <pc:spChg chg="mod">
          <ac:chgData name="Aditya Narayan SANKARAN" userId="6f0ff39a-a7d1-4122-a340-855840e56982" providerId="ADAL" clId="{861629F1-8604-5DAC-9771-7EF4C6D6FF71}" dt="2026-03-02T09:18:57.555" v="21" actId="26606"/>
          <ac:spMkLst>
            <pc:docMk/>
            <pc:sldMk cId="3191327915" sldId="273"/>
            <ac:spMk id="2" creationId="{1D7541C4-EE2A-E5F8-A629-3D080F821630}"/>
          </ac:spMkLst>
        </pc:spChg>
        <pc:spChg chg="add mod">
          <ac:chgData name="Aditya Narayan SANKARAN" userId="6f0ff39a-a7d1-4122-a340-855840e56982" providerId="ADAL" clId="{861629F1-8604-5DAC-9771-7EF4C6D6FF71}" dt="2026-03-04T12:37:10.125" v="3065"/>
          <ac:spMkLst>
            <pc:docMk/>
            <pc:sldMk cId="3191327915" sldId="273"/>
            <ac:spMk id="3" creationId="{426A4C5E-C974-20B6-813F-8AB23CD11B75}"/>
          </ac:spMkLst>
        </pc:spChg>
        <pc:spChg chg="add">
          <ac:chgData name="Aditya Narayan SANKARAN" userId="6f0ff39a-a7d1-4122-a340-855840e56982" providerId="ADAL" clId="{861629F1-8604-5DAC-9771-7EF4C6D6FF71}" dt="2026-03-02T09:18:57.555" v="21" actId="26606"/>
          <ac:spMkLst>
            <pc:docMk/>
            <pc:sldMk cId="3191327915" sldId="273"/>
            <ac:spMk id="11" creationId="{1E1665A6-74DB-4F44-A6EF-F01205E8718B}"/>
          </ac:spMkLst>
        </pc:spChg>
        <pc:graphicFrameChg chg="add">
          <ac:chgData name="Aditya Narayan SANKARAN" userId="6f0ff39a-a7d1-4122-a340-855840e56982" providerId="ADAL" clId="{861629F1-8604-5DAC-9771-7EF4C6D6FF71}" dt="2026-03-02T09:18:57.555" v="21" actId="26606"/>
          <ac:graphicFrameMkLst>
            <pc:docMk/>
            <pc:sldMk cId="3191327915" sldId="273"/>
            <ac:graphicFrameMk id="7" creationId="{84D3B3C7-B01A-FED1-ABE8-EA99D172FD32}"/>
          </ac:graphicFrameMkLst>
        </pc:graphicFrameChg>
      </pc:sldChg>
      <pc:sldChg chg="addSp delSp modSp mod setBg modNotesTx">
        <pc:chgData name="Aditya Narayan SANKARAN" userId="6f0ff39a-a7d1-4122-a340-855840e56982" providerId="ADAL" clId="{861629F1-8604-5DAC-9771-7EF4C6D6FF71}" dt="2026-03-04T12:37:10.125" v="3065"/>
        <pc:sldMkLst>
          <pc:docMk/>
          <pc:sldMk cId="939573262" sldId="274"/>
        </pc:sldMkLst>
        <pc:spChg chg="mod">
          <ac:chgData name="Aditya Narayan SANKARAN" userId="6f0ff39a-a7d1-4122-a340-855840e56982" providerId="ADAL" clId="{861629F1-8604-5DAC-9771-7EF4C6D6FF71}" dt="2026-03-02T09:29:15.162" v="39" actId="26606"/>
          <ac:spMkLst>
            <pc:docMk/>
            <pc:sldMk cId="939573262" sldId="274"/>
            <ac:spMk id="2" creationId="{9B993B65-937D-7E50-96B6-4660C220A3E6}"/>
          </ac:spMkLst>
        </pc:spChg>
        <pc:spChg chg="add mod">
          <ac:chgData name="Aditya Narayan SANKARAN" userId="6f0ff39a-a7d1-4122-a340-855840e56982" providerId="ADAL" clId="{861629F1-8604-5DAC-9771-7EF4C6D6FF71}" dt="2026-03-04T12:37:10.125" v="3065"/>
          <ac:spMkLst>
            <pc:docMk/>
            <pc:sldMk cId="939573262" sldId="274"/>
            <ac:spMk id="3" creationId="{3AA996CD-AC3A-1272-1DD0-5E337BFCC738}"/>
          </ac:spMkLst>
        </pc:spChg>
        <pc:graphicFrameChg chg="add del">
          <ac:chgData name="Aditya Narayan SANKARAN" userId="6f0ff39a-a7d1-4122-a340-855840e56982" providerId="ADAL" clId="{861629F1-8604-5DAC-9771-7EF4C6D6FF71}" dt="2026-03-02T09:29:15.162" v="39" actId="26606"/>
          <ac:graphicFrameMkLst>
            <pc:docMk/>
            <pc:sldMk cId="939573262" sldId="274"/>
            <ac:graphicFrameMk id="7" creationId="{99CD4714-85CD-4000-3A3A-B28112390BE7}"/>
          </ac:graphicFrameMkLst>
        </pc:graphicFrameChg>
      </pc:sldChg>
      <pc:sldChg chg="addSp delSp modSp mod setBg modNotesTx">
        <pc:chgData name="Aditya Narayan SANKARAN" userId="6f0ff39a-a7d1-4122-a340-855840e56982" providerId="ADAL" clId="{861629F1-8604-5DAC-9771-7EF4C6D6FF71}" dt="2026-03-04T12:37:10.125" v="3065"/>
        <pc:sldMkLst>
          <pc:docMk/>
          <pc:sldMk cId="2575049030" sldId="275"/>
        </pc:sldMkLst>
        <pc:spChg chg="mod">
          <ac:chgData name="Aditya Narayan SANKARAN" userId="6f0ff39a-a7d1-4122-a340-855840e56982" providerId="ADAL" clId="{861629F1-8604-5DAC-9771-7EF4C6D6FF71}" dt="2026-03-02T09:29:18.511" v="41" actId="26606"/>
          <ac:spMkLst>
            <pc:docMk/>
            <pc:sldMk cId="2575049030" sldId="275"/>
            <ac:spMk id="2" creationId="{51C2AC75-7A28-9290-B841-9D9D6AC521B1}"/>
          </ac:spMkLst>
        </pc:spChg>
        <pc:spChg chg="add del">
          <ac:chgData name="Aditya Narayan SANKARAN" userId="6f0ff39a-a7d1-4122-a340-855840e56982" providerId="ADAL" clId="{861629F1-8604-5DAC-9771-7EF4C6D6FF71}" dt="2026-03-02T09:29:18.511" v="41" actId="26606"/>
          <ac:spMkLst>
            <pc:docMk/>
            <pc:sldMk cId="2575049030" sldId="275"/>
            <ac:spMk id="3" creationId="{4B34943B-42C5-A6FD-03DB-08096E31CB00}"/>
          </ac:spMkLst>
        </pc:spChg>
        <pc:spChg chg="add mod">
          <ac:chgData name="Aditya Narayan SANKARAN" userId="6f0ff39a-a7d1-4122-a340-855840e56982" providerId="ADAL" clId="{861629F1-8604-5DAC-9771-7EF4C6D6FF71}" dt="2026-03-04T12:37:10.125" v="3065"/>
          <ac:spMkLst>
            <pc:docMk/>
            <pc:sldMk cId="2575049030" sldId="275"/>
            <ac:spMk id="4" creationId="{B46B7182-6ACD-3C58-3BC9-59056D1C1BD7}"/>
          </ac:spMkLst>
        </pc:spChg>
      </pc:sldChg>
      <pc:sldChg chg="addSp delSp modSp mod setBg modNotesTx">
        <pc:chgData name="Aditya Narayan SANKARAN" userId="6f0ff39a-a7d1-4122-a340-855840e56982" providerId="ADAL" clId="{861629F1-8604-5DAC-9771-7EF4C6D6FF71}" dt="2026-03-04T12:37:10.125" v="3065"/>
        <pc:sldMkLst>
          <pc:docMk/>
          <pc:sldMk cId="2720989826" sldId="276"/>
        </pc:sldMkLst>
        <pc:spChg chg="mod">
          <ac:chgData name="Aditya Narayan SANKARAN" userId="6f0ff39a-a7d1-4122-a340-855840e56982" providerId="ADAL" clId="{861629F1-8604-5DAC-9771-7EF4C6D6FF71}" dt="2026-03-02T09:29:13.635" v="36" actId="26606"/>
          <ac:spMkLst>
            <pc:docMk/>
            <pc:sldMk cId="2720989826" sldId="276"/>
            <ac:spMk id="2" creationId="{E6884B06-5237-696D-E94B-1B4AB37FD441}"/>
          </ac:spMkLst>
        </pc:spChg>
        <pc:spChg chg="add del">
          <ac:chgData name="Aditya Narayan SANKARAN" userId="6f0ff39a-a7d1-4122-a340-855840e56982" providerId="ADAL" clId="{861629F1-8604-5DAC-9771-7EF4C6D6FF71}" dt="2026-03-02T09:29:13.635" v="36" actId="26606"/>
          <ac:spMkLst>
            <pc:docMk/>
            <pc:sldMk cId="2720989826" sldId="276"/>
            <ac:spMk id="3" creationId="{362F0FE4-C90D-C755-DED9-1EE8549D6C22}"/>
          </ac:spMkLst>
        </pc:spChg>
        <pc:spChg chg="add mod">
          <ac:chgData name="Aditya Narayan SANKARAN" userId="6f0ff39a-a7d1-4122-a340-855840e56982" providerId="ADAL" clId="{861629F1-8604-5DAC-9771-7EF4C6D6FF71}" dt="2026-03-04T12:37:10.125" v="3065"/>
          <ac:spMkLst>
            <pc:docMk/>
            <pc:sldMk cId="2720989826" sldId="276"/>
            <ac:spMk id="4" creationId="{8760CB3B-5030-2437-B47C-B430E9ADE2BD}"/>
          </ac:spMkLst>
        </pc:spChg>
      </pc:sldChg>
      <pc:sldChg chg="addSp modSp modNotesTx">
        <pc:chgData name="Aditya Narayan SANKARAN" userId="6f0ff39a-a7d1-4122-a340-855840e56982" providerId="ADAL" clId="{861629F1-8604-5DAC-9771-7EF4C6D6FF71}" dt="2026-03-04T12:37:10.125" v="3065"/>
        <pc:sldMkLst>
          <pc:docMk/>
          <pc:sldMk cId="4056441918" sldId="277"/>
        </pc:sldMkLst>
        <pc:spChg chg="add mod">
          <ac:chgData name="Aditya Narayan SANKARAN" userId="6f0ff39a-a7d1-4122-a340-855840e56982" providerId="ADAL" clId="{861629F1-8604-5DAC-9771-7EF4C6D6FF71}" dt="2026-03-04T12:37:10.125" v="3065"/>
          <ac:spMkLst>
            <pc:docMk/>
            <pc:sldMk cId="4056441918" sldId="277"/>
            <ac:spMk id="4" creationId="{B96BA48F-34FB-89C0-DD08-D5692E7DF659}"/>
          </ac:spMkLst>
        </pc:spChg>
      </pc:sldChg>
      <pc:sldChg chg="addSp delSp modSp mod setBg">
        <pc:chgData name="Aditya Narayan SANKARAN" userId="6f0ff39a-a7d1-4122-a340-855840e56982" providerId="ADAL" clId="{861629F1-8604-5DAC-9771-7EF4C6D6FF71}" dt="2026-03-04T12:37:10.125" v="3065"/>
        <pc:sldMkLst>
          <pc:docMk/>
          <pc:sldMk cId="2350472193" sldId="278"/>
        </pc:sldMkLst>
        <pc:spChg chg="mod">
          <ac:chgData name="Aditya Narayan SANKARAN" userId="6f0ff39a-a7d1-4122-a340-855840e56982" providerId="ADAL" clId="{861629F1-8604-5DAC-9771-7EF4C6D6FF71}" dt="2026-03-02T09:29:43.539" v="43" actId="26606"/>
          <ac:spMkLst>
            <pc:docMk/>
            <pc:sldMk cId="2350472193" sldId="278"/>
            <ac:spMk id="2" creationId="{DD162E10-148E-FE3D-C618-415B67CEF0B3}"/>
          </ac:spMkLst>
        </pc:spChg>
        <pc:spChg chg="add del">
          <ac:chgData name="Aditya Narayan SANKARAN" userId="6f0ff39a-a7d1-4122-a340-855840e56982" providerId="ADAL" clId="{861629F1-8604-5DAC-9771-7EF4C6D6FF71}" dt="2026-03-02T09:29:46.556" v="45" actId="26606"/>
          <ac:spMkLst>
            <pc:docMk/>
            <pc:sldMk cId="2350472193" sldId="278"/>
            <ac:spMk id="3" creationId="{8C13E9B1-5230-349F-C720-4E2893584975}"/>
          </ac:spMkLst>
        </pc:spChg>
        <pc:spChg chg="add mod">
          <ac:chgData name="Aditya Narayan SANKARAN" userId="6f0ff39a-a7d1-4122-a340-855840e56982" providerId="ADAL" clId="{861629F1-8604-5DAC-9771-7EF4C6D6FF71}" dt="2026-03-04T12:37:10.125" v="3065"/>
          <ac:spMkLst>
            <pc:docMk/>
            <pc:sldMk cId="2350472193" sldId="278"/>
            <ac:spMk id="4" creationId="{7038D196-1237-01B7-5A48-989FE5D509F8}"/>
          </ac:spMkLst>
        </pc:spChg>
      </pc:sldChg>
      <pc:sldChg chg="addSp delSp modSp mod setBg modNotesTx">
        <pc:chgData name="Aditya Narayan SANKARAN" userId="6f0ff39a-a7d1-4122-a340-855840e56982" providerId="ADAL" clId="{861629F1-8604-5DAC-9771-7EF4C6D6FF71}" dt="2026-03-04T12:37:10.125" v="3065"/>
        <pc:sldMkLst>
          <pc:docMk/>
          <pc:sldMk cId="2496456168" sldId="279"/>
        </pc:sldMkLst>
        <pc:spChg chg="mod">
          <ac:chgData name="Aditya Narayan SANKARAN" userId="6f0ff39a-a7d1-4122-a340-855840e56982" providerId="ADAL" clId="{861629F1-8604-5DAC-9771-7EF4C6D6FF71}" dt="2026-03-02T09:29:55.462" v="46" actId="26606"/>
          <ac:spMkLst>
            <pc:docMk/>
            <pc:sldMk cId="2496456168" sldId="279"/>
            <ac:spMk id="2" creationId="{5A335D86-9975-7DF5-F210-29D9D5858590}"/>
          </ac:spMkLst>
        </pc:spChg>
        <pc:spChg chg="add mod">
          <ac:chgData name="Aditya Narayan SANKARAN" userId="6f0ff39a-a7d1-4122-a340-855840e56982" providerId="ADAL" clId="{861629F1-8604-5DAC-9771-7EF4C6D6FF71}" dt="2026-03-04T12:37:10.125" v="3065"/>
          <ac:spMkLst>
            <pc:docMk/>
            <pc:sldMk cId="2496456168" sldId="279"/>
            <ac:spMk id="3" creationId="{5ED76D08-922F-411F-47C0-76143117424B}"/>
          </ac:spMkLst>
        </pc:spChg>
        <pc:graphicFrameChg chg="add">
          <ac:chgData name="Aditya Narayan SANKARAN" userId="6f0ff39a-a7d1-4122-a340-855840e56982" providerId="ADAL" clId="{861629F1-8604-5DAC-9771-7EF4C6D6FF71}" dt="2026-03-02T09:29:55.462" v="46" actId="26606"/>
          <ac:graphicFrameMkLst>
            <pc:docMk/>
            <pc:sldMk cId="2496456168" sldId="279"/>
            <ac:graphicFrameMk id="7" creationId="{FC47AA56-0042-4A99-1A58-C2930DC990C4}"/>
          </ac:graphicFrameMkLst>
        </pc:graphicFrameChg>
      </pc:sldChg>
      <pc:sldChg chg="addSp delSp modSp mod setBg">
        <pc:chgData name="Aditya Narayan SANKARAN" userId="6f0ff39a-a7d1-4122-a340-855840e56982" providerId="ADAL" clId="{861629F1-8604-5DAC-9771-7EF4C6D6FF71}" dt="2026-03-04T12:37:10.125" v="3065"/>
        <pc:sldMkLst>
          <pc:docMk/>
          <pc:sldMk cId="3739458557" sldId="280"/>
        </pc:sldMkLst>
        <pc:spChg chg="mod">
          <ac:chgData name="Aditya Narayan SANKARAN" userId="6f0ff39a-a7d1-4122-a340-855840e56982" providerId="ADAL" clId="{861629F1-8604-5DAC-9771-7EF4C6D6FF71}" dt="2026-03-02T09:30:05.295" v="47" actId="26606"/>
          <ac:spMkLst>
            <pc:docMk/>
            <pc:sldMk cId="3739458557" sldId="280"/>
            <ac:spMk id="2" creationId="{3770D24C-F0AC-2BC0-4421-FE6F67507E9F}"/>
          </ac:spMkLst>
        </pc:spChg>
        <pc:spChg chg="add mod">
          <ac:chgData name="Aditya Narayan SANKARAN" userId="6f0ff39a-a7d1-4122-a340-855840e56982" providerId="ADAL" clId="{861629F1-8604-5DAC-9771-7EF4C6D6FF71}" dt="2026-03-04T12:37:10.125" v="3065"/>
          <ac:spMkLst>
            <pc:docMk/>
            <pc:sldMk cId="3739458557" sldId="280"/>
            <ac:spMk id="3" creationId="{F6D5EE15-1EAE-9DFD-9E84-F415739B7362}"/>
          </ac:spMkLst>
        </pc:spChg>
        <pc:graphicFrameChg chg="add">
          <ac:chgData name="Aditya Narayan SANKARAN" userId="6f0ff39a-a7d1-4122-a340-855840e56982" providerId="ADAL" clId="{861629F1-8604-5DAC-9771-7EF4C6D6FF71}" dt="2026-03-02T09:30:05.295" v="47" actId="26606"/>
          <ac:graphicFrameMkLst>
            <pc:docMk/>
            <pc:sldMk cId="3739458557" sldId="280"/>
            <ac:graphicFrameMk id="7" creationId="{BEEFB746-BBB8-6B3B-28F0-60D9D41E3551}"/>
          </ac:graphicFrameMkLst>
        </pc:graphicFrameChg>
      </pc:sldChg>
      <pc:sldChg chg="addSp delSp modSp mod setBg">
        <pc:chgData name="Aditya Narayan SANKARAN" userId="6f0ff39a-a7d1-4122-a340-855840e56982" providerId="ADAL" clId="{861629F1-8604-5DAC-9771-7EF4C6D6FF71}" dt="2026-03-04T12:37:10.125" v="3065"/>
        <pc:sldMkLst>
          <pc:docMk/>
          <pc:sldMk cId="922352265" sldId="281"/>
        </pc:sldMkLst>
        <pc:spChg chg="mod">
          <ac:chgData name="Aditya Narayan SANKARAN" userId="6f0ff39a-a7d1-4122-a340-855840e56982" providerId="ADAL" clId="{861629F1-8604-5DAC-9771-7EF4C6D6FF71}" dt="2026-03-02T09:30:10.556" v="48" actId="26606"/>
          <ac:spMkLst>
            <pc:docMk/>
            <pc:sldMk cId="922352265" sldId="281"/>
            <ac:spMk id="2" creationId="{3E0A6B77-8D80-D44B-4463-877FD713031A}"/>
          </ac:spMkLst>
        </pc:spChg>
        <pc:spChg chg="add mod">
          <ac:chgData name="Aditya Narayan SANKARAN" userId="6f0ff39a-a7d1-4122-a340-855840e56982" providerId="ADAL" clId="{861629F1-8604-5DAC-9771-7EF4C6D6FF71}" dt="2026-03-04T12:37:10.125" v="3065"/>
          <ac:spMkLst>
            <pc:docMk/>
            <pc:sldMk cId="922352265" sldId="281"/>
            <ac:spMk id="3" creationId="{A0F4F39C-232F-804A-7C21-B2EC00770F61}"/>
          </ac:spMkLst>
        </pc:spChg>
        <pc:graphicFrameChg chg="add">
          <ac:chgData name="Aditya Narayan SANKARAN" userId="6f0ff39a-a7d1-4122-a340-855840e56982" providerId="ADAL" clId="{861629F1-8604-5DAC-9771-7EF4C6D6FF71}" dt="2026-03-02T09:30:10.556" v="48" actId="26606"/>
          <ac:graphicFrameMkLst>
            <pc:docMk/>
            <pc:sldMk cId="922352265" sldId="281"/>
            <ac:graphicFrameMk id="7" creationId="{AAA0C854-7D02-4381-1350-8BC9E99E1161}"/>
          </ac:graphicFrameMkLst>
        </pc:graphicFrameChg>
      </pc:sldChg>
      <pc:sldChg chg="addSp delSp modSp mod setBg">
        <pc:chgData name="Aditya Narayan SANKARAN" userId="6f0ff39a-a7d1-4122-a340-855840e56982" providerId="ADAL" clId="{861629F1-8604-5DAC-9771-7EF4C6D6FF71}" dt="2026-03-04T12:37:10.125" v="3065"/>
        <pc:sldMkLst>
          <pc:docMk/>
          <pc:sldMk cId="3455474715" sldId="282"/>
        </pc:sldMkLst>
        <pc:spChg chg="mod">
          <ac:chgData name="Aditya Narayan SANKARAN" userId="6f0ff39a-a7d1-4122-a340-855840e56982" providerId="ADAL" clId="{861629F1-8604-5DAC-9771-7EF4C6D6FF71}" dt="2026-03-02T09:30:15.607" v="49" actId="26606"/>
          <ac:spMkLst>
            <pc:docMk/>
            <pc:sldMk cId="3455474715" sldId="282"/>
            <ac:spMk id="2" creationId="{9E363670-1B89-2EA2-8E81-E477EFCEDDFB}"/>
          </ac:spMkLst>
        </pc:spChg>
        <pc:spChg chg="add mod">
          <ac:chgData name="Aditya Narayan SANKARAN" userId="6f0ff39a-a7d1-4122-a340-855840e56982" providerId="ADAL" clId="{861629F1-8604-5DAC-9771-7EF4C6D6FF71}" dt="2026-03-04T12:37:10.125" v="3065"/>
          <ac:spMkLst>
            <pc:docMk/>
            <pc:sldMk cId="3455474715" sldId="282"/>
            <ac:spMk id="3" creationId="{0FC44361-08C2-74C8-0E42-A930A71C1B8D}"/>
          </ac:spMkLst>
        </pc:spChg>
        <pc:spChg chg="add">
          <ac:chgData name="Aditya Narayan SANKARAN" userId="6f0ff39a-a7d1-4122-a340-855840e56982" providerId="ADAL" clId="{861629F1-8604-5DAC-9771-7EF4C6D6FF71}" dt="2026-03-02T09:30:15.607" v="49" actId="26606"/>
          <ac:spMkLst>
            <pc:docMk/>
            <pc:sldMk cId="3455474715" sldId="282"/>
            <ac:spMk id="11" creationId="{30BC9609-A8AF-411F-A9E0-C3B93C8945CA}"/>
          </ac:spMkLst>
        </pc:spChg>
        <pc:graphicFrameChg chg="add mod">
          <ac:chgData name="Aditya Narayan SANKARAN" userId="6f0ff39a-a7d1-4122-a340-855840e56982" providerId="ADAL" clId="{861629F1-8604-5DAC-9771-7EF4C6D6FF71}" dt="2026-03-02T15:37:35.601" v="74" actId="1037"/>
          <ac:graphicFrameMkLst>
            <pc:docMk/>
            <pc:sldMk cId="3455474715" sldId="282"/>
            <ac:graphicFrameMk id="7" creationId="{3DCF04F7-5065-9F5D-FD4F-E7B2F3F26059}"/>
          </ac:graphicFrameMkLst>
        </pc:graphicFrameChg>
        <pc:picChg chg="mod">
          <ac:chgData name="Aditya Narayan SANKARAN" userId="6f0ff39a-a7d1-4122-a340-855840e56982" providerId="ADAL" clId="{861629F1-8604-5DAC-9771-7EF4C6D6FF71}" dt="2026-03-02T15:37:14.143" v="67" actId="166"/>
          <ac:picMkLst>
            <pc:docMk/>
            <pc:sldMk cId="3455474715" sldId="282"/>
            <ac:picMk id="5" creationId="{5D51015E-71F7-76A1-5063-161AC11C5C0C}"/>
          </ac:picMkLst>
        </pc:picChg>
      </pc:sldChg>
      <pc:sldChg chg="addSp modSp modNotesTx">
        <pc:chgData name="Aditya Narayan SANKARAN" userId="6f0ff39a-a7d1-4122-a340-855840e56982" providerId="ADAL" clId="{861629F1-8604-5DAC-9771-7EF4C6D6FF71}" dt="2026-03-04T12:37:10.125" v="3065"/>
        <pc:sldMkLst>
          <pc:docMk/>
          <pc:sldMk cId="2811132456" sldId="283"/>
        </pc:sldMkLst>
        <pc:spChg chg="add mod">
          <ac:chgData name="Aditya Narayan SANKARAN" userId="6f0ff39a-a7d1-4122-a340-855840e56982" providerId="ADAL" clId="{861629F1-8604-5DAC-9771-7EF4C6D6FF71}" dt="2026-03-04T12:37:10.125" v="3065"/>
          <ac:spMkLst>
            <pc:docMk/>
            <pc:sldMk cId="2811132456" sldId="283"/>
            <ac:spMk id="2" creationId="{6B944FFD-A9E7-6931-A668-A9709C85952B}"/>
          </ac:spMkLst>
        </pc:spChg>
      </pc:sldChg>
      <pc:sldChg chg="addSp modSp modNotesTx">
        <pc:chgData name="Aditya Narayan SANKARAN" userId="6f0ff39a-a7d1-4122-a340-855840e56982" providerId="ADAL" clId="{861629F1-8604-5DAC-9771-7EF4C6D6FF71}" dt="2026-03-04T12:37:10.125" v="3065"/>
        <pc:sldMkLst>
          <pc:docMk/>
          <pc:sldMk cId="3697250612" sldId="284"/>
        </pc:sldMkLst>
        <pc:spChg chg="add mod">
          <ac:chgData name="Aditya Narayan SANKARAN" userId="6f0ff39a-a7d1-4122-a340-855840e56982" providerId="ADAL" clId="{861629F1-8604-5DAC-9771-7EF4C6D6FF71}" dt="2026-03-04T12:37:10.125" v="3065"/>
          <ac:spMkLst>
            <pc:docMk/>
            <pc:sldMk cId="3697250612" sldId="284"/>
            <ac:spMk id="2" creationId="{75AC56F2-99CB-AFE4-62D9-694B07195B9B}"/>
          </ac:spMkLst>
        </pc:spChg>
      </pc:sldChg>
      <pc:sldChg chg="addSp modSp modNotesTx">
        <pc:chgData name="Aditya Narayan SANKARAN" userId="6f0ff39a-a7d1-4122-a340-855840e56982" providerId="ADAL" clId="{861629F1-8604-5DAC-9771-7EF4C6D6FF71}" dt="2026-03-04T12:37:10.125" v="3065"/>
        <pc:sldMkLst>
          <pc:docMk/>
          <pc:sldMk cId="1191435981" sldId="285"/>
        </pc:sldMkLst>
        <pc:spChg chg="add mod">
          <ac:chgData name="Aditya Narayan SANKARAN" userId="6f0ff39a-a7d1-4122-a340-855840e56982" providerId="ADAL" clId="{861629F1-8604-5DAC-9771-7EF4C6D6FF71}" dt="2026-03-04T12:37:10.125" v="3065"/>
          <ac:spMkLst>
            <pc:docMk/>
            <pc:sldMk cId="1191435981" sldId="285"/>
            <ac:spMk id="2" creationId="{D2EF9F34-BFAD-251E-F43A-E56ACE2E665C}"/>
          </ac:spMkLst>
        </pc:spChg>
      </pc:sldChg>
      <pc:sldChg chg="addSp modSp">
        <pc:chgData name="Aditya Narayan SANKARAN" userId="6f0ff39a-a7d1-4122-a340-855840e56982" providerId="ADAL" clId="{861629F1-8604-5DAC-9771-7EF4C6D6FF71}" dt="2026-03-04T12:37:10.125" v="3065"/>
        <pc:sldMkLst>
          <pc:docMk/>
          <pc:sldMk cId="644318390" sldId="286"/>
        </pc:sldMkLst>
        <pc:spChg chg="add mod">
          <ac:chgData name="Aditya Narayan SANKARAN" userId="6f0ff39a-a7d1-4122-a340-855840e56982" providerId="ADAL" clId="{861629F1-8604-5DAC-9771-7EF4C6D6FF71}" dt="2026-03-04T12:37:10.125" v="3065"/>
          <ac:spMkLst>
            <pc:docMk/>
            <pc:sldMk cId="644318390" sldId="286"/>
            <ac:spMk id="4" creationId="{B353F5F7-7525-5693-BFFF-8010C6F1D413}"/>
          </ac:spMkLst>
        </pc:spChg>
      </pc:sldChg>
      <pc:sldChg chg="addSp modSp modNotesTx">
        <pc:chgData name="Aditya Narayan SANKARAN" userId="6f0ff39a-a7d1-4122-a340-855840e56982" providerId="ADAL" clId="{861629F1-8604-5DAC-9771-7EF4C6D6FF71}" dt="2026-03-04T12:37:10.125" v="3065"/>
        <pc:sldMkLst>
          <pc:docMk/>
          <pc:sldMk cId="3102263120" sldId="287"/>
        </pc:sldMkLst>
        <pc:spChg chg="add mod">
          <ac:chgData name="Aditya Narayan SANKARAN" userId="6f0ff39a-a7d1-4122-a340-855840e56982" providerId="ADAL" clId="{861629F1-8604-5DAC-9771-7EF4C6D6FF71}" dt="2026-03-04T12:37:10.125" v="3065"/>
          <ac:spMkLst>
            <pc:docMk/>
            <pc:sldMk cId="3102263120" sldId="287"/>
            <ac:spMk id="4" creationId="{5CC0D399-C2E5-E2B1-D901-86064A980F5F}"/>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7.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 Id="rId14" Type="http://schemas.openxmlformats.org/officeDocument/2006/relationships/image" Target="../media/image54.svg"/></Relationships>
</file>

<file path=ppt/diagrams/_rels/data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 Id="rId4" Type="http://schemas.openxmlformats.org/officeDocument/2006/relationships/image" Target="../media/image58.svg"/></Relationships>
</file>

<file path=ppt/diagrams/_rels/data11.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ata12.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svg"/><Relationship Id="rId2" Type="http://schemas.openxmlformats.org/officeDocument/2006/relationships/image" Target="../media/image68.svg"/><Relationship Id="rId1" Type="http://schemas.openxmlformats.org/officeDocument/2006/relationships/image" Target="../media/image67.png"/><Relationship Id="rId6" Type="http://schemas.openxmlformats.org/officeDocument/2006/relationships/image" Target="../media/image72.sv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 Id="rId14" Type="http://schemas.openxmlformats.org/officeDocument/2006/relationships/image" Target="../media/image54.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 Id="rId4" Type="http://schemas.openxmlformats.org/officeDocument/2006/relationships/image" Target="../media/image58.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svg"/><Relationship Id="rId2" Type="http://schemas.openxmlformats.org/officeDocument/2006/relationships/image" Target="../media/image68.svg"/><Relationship Id="rId1" Type="http://schemas.openxmlformats.org/officeDocument/2006/relationships/image" Target="../media/image67.png"/><Relationship Id="rId6" Type="http://schemas.openxmlformats.org/officeDocument/2006/relationships/image" Target="../media/image72.sv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7A6294-B37E-4BA7-B7C7-AA364E0755E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598AFA8A-02AB-49E7-910C-7BC7F208BB0E}">
      <dgm:prSet/>
      <dgm:spPr/>
      <dgm:t>
        <a:bodyPr/>
        <a:lstStyle/>
        <a:p>
          <a:r>
            <a:rPr lang="en-US" baseline="0"/>
            <a:t>Rapid expansion into Western markets (Hot 100, Global 200).</a:t>
          </a:r>
          <a:endParaRPr lang="en-US"/>
        </a:p>
      </dgm:t>
    </dgm:pt>
    <dgm:pt modelId="{87BF39F2-A2A3-4731-AB4F-0C84A015CB4D}" type="parTrans" cxnId="{97AC57DD-0706-4271-9358-C09200CBB619}">
      <dgm:prSet/>
      <dgm:spPr/>
      <dgm:t>
        <a:bodyPr/>
        <a:lstStyle/>
        <a:p>
          <a:endParaRPr lang="en-US"/>
        </a:p>
      </dgm:t>
    </dgm:pt>
    <dgm:pt modelId="{6436F458-F1AA-4975-86CE-A6071A291C73}" type="sibTrans" cxnId="{97AC57DD-0706-4271-9358-C09200CBB619}">
      <dgm:prSet/>
      <dgm:spPr/>
      <dgm:t>
        <a:bodyPr/>
        <a:lstStyle/>
        <a:p>
          <a:endParaRPr lang="en-US"/>
        </a:p>
      </dgm:t>
    </dgm:pt>
    <dgm:pt modelId="{06CB15CC-CDC6-4834-9391-67743133D8C4}">
      <dgm:prSet/>
      <dgm:spPr/>
      <dgm:t>
        <a:bodyPr/>
        <a:lstStyle/>
        <a:p>
          <a:r>
            <a:rPr lang="en-US" baseline="0"/>
            <a:t>Increasing visibility of multilingual lyrics (Korean + English).</a:t>
          </a:r>
          <a:endParaRPr lang="en-US"/>
        </a:p>
      </dgm:t>
    </dgm:pt>
    <dgm:pt modelId="{BA2CD366-81FF-4B08-83F4-A181EF81BB3E}" type="parTrans" cxnId="{0A01BB5B-EED4-4CAF-BCA6-5D7946C0B7AD}">
      <dgm:prSet/>
      <dgm:spPr/>
      <dgm:t>
        <a:bodyPr/>
        <a:lstStyle/>
        <a:p>
          <a:endParaRPr lang="en-US"/>
        </a:p>
      </dgm:t>
    </dgm:pt>
    <dgm:pt modelId="{A67AB2F6-4371-4DC4-BB5A-54A8967E424D}" type="sibTrans" cxnId="{0A01BB5B-EED4-4CAF-BCA6-5D7946C0B7AD}">
      <dgm:prSet/>
      <dgm:spPr/>
      <dgm:t>
        <a:bodyPr/>
        <a:lstStyle/>
        <a:p>
          <a:endParaRPr lang="en-US"/>
        </a:p>
      </dgm:t>
    </dgm:pt>
    <dgm:pt modelId="{5A9941A6-05B8-41E5-96FB-8ED599B6D59B}">
      <dgm:prSet/>
      <dgm:spPr/>
      <dgm:t>
        <a:bodyPr/>
        <a:lstStyle/>
        <a:p>
          <a:r>
            <a:rPr lang="en-US" baseline="0"/>
            <a:t>English used for “global vibe,” fun indexing, fan connection.</a:t>
          </a:r>
          <a:endParaRPr lang="en-US"/>
        </a:p>
      </dgm:t>
    </dgm:pt>
    <dgm:pt modelId="{8555305C-5E00-436D-870C-65F0C00A2549}" type="parTrans" cxnId="{832BDE32-8F7C-42EF-8C72-0503A43818D8}">
      <dgm:prSet/>
      <dgm:spPr/>
      <dgm:t>
        <a:bodyPr/>
        <a:lstStyle/>
        <a:p>
          <a:endParaRPr lang="en-US"/>
        </a:p>
      </dgm:t>
    </dgm:pt>
    <dgm:pt modelId="{406C5FE2-1769-4668-9BFD-0B86BF1E3144}" type="sibTrans" cxnId="{832BDE32-8F7C-42EF-8C72-0503A43818D8}">
      <dgm:prSet/>
      <dgm:spPr/>
      <dgm:t>
        <a:bodyPr/>
        <a:lstStyle/>
        <a:p>
          <a:endParaRPr lang="en-US"/>
        </a:p>
      </dgm:t>
    </dgm:pt>
    <dgm:pt modelId="{A510E85C-4852-45A8-89E9-484EE209B061}">
      <dgm:prSet/>
      <dgm:spPr/>
      <dgm:t>
        <a:bodyPr/>
        <a:lstStyle/>
        <a:p>
          <a:r>
            <a:rPr lang="en-US" baseline="0"/>
            <a:t>Music videos + sonic experimentation → global appeal.</a:t>
          </a:r>
          <a:endParaRPr lang="en-US"/>
        </a:p>
      </dgm:t>
    </dgm:pt>
    <dgm:pt modelId="{5EF6D0CD-C08F-4257-85FD-86080334D58C}" type="parTrans" cxnId="{6C237B49-CF91-4109-A716-C05CF1F6C29B}">
      <dgm:prSet/>
      <dgm:spPr/>
      <dgm:t>
        <a:bodyPr/>
        <a:lstStyle/>
        <a:p>
          <a:endParaRPr lang="en-US"/>
        </a:p>
      </dgm:t>
    </dgm:pt>
    <dgm:pt modelId="{05657255-0A75-4E3A-80C5-B85423780079}" type="sibTrans" cxnId="{6C237B49-CF91-4109-A716-C05CF1F6C29B}">
      <dgm:prSet/>
      <dgm:spPr/>
      <dgm:t>
        <a:bodyPr/>
        <a:lstStyle/>
        <a:p>
          <a:endParaRPr lang="en-US"/>
        </a:p>
      </dgm:t>
    </dgm:pt>
    <dgm:pt modelId="{9F621E3C-D35D-0144-A52B-99CAF2681CB9}" type="pres">
      <dgm:prSet presAssocID="{957A6294-B37E-4BA7-B7C7-AA364E0755E0}" presName="hierChild1" presStyleCnt="0">
        <dgm:presLayoutVars>
          <dgm:chPref val="1"/>
          <dgm:dir/>
          <dgm:animOne val="branch"/>
          <dgm:animLvl val="lvl"/>
          <dgm:resizeHandles/>
        </dgm:presLayoutVars>
      </dgm:prSet>
      <dgm:spPr/>
    </dgm:pt>
    <dgm:pt modelId="{69AAF24B-EF2C-0649-9F3A-4AFE1B685D36}" type="pres">
      <dgm:prSet presAssocID="{598AFA8A-02AB-49E7-910C-7BC7F208BB0E}" presName="hierRoot1" presStyleCnt="0"/>
      <dgm:spPr/>
    </dgm:pt>
    <dgm:pt modelId="{58D0A21F-0B20-AE45-B8E8-A21019F4C1E2}" type="pres">
      <dgm:prSet presAssocID="{598AFA8A-02AB-49E7-910C-7BC7F208BB0E}" presName="composite" presStyleCnt="0"/>
      <dgm:spPr/>
    </dgm:pt>
    <dgm:pt modelId="{46160294-F9DA-1842-8D52-64A4F7F0A1B5}" type="pres">
      <dgm:prSet presAssocID="{598AFA8A-02AB-49E7-910C-7BC7F208BB0E}" presName="background" presStyleLbl="node0" presStyleIdx="0" presStyleCnt="4"/>
      <dgm:spPr/>
    </dgm:pt>
    <dgm:pt modelId="{B4E708A1-601B-D644-83FA-8DB8107DBD8B}" type="pres">
      <dgm:prSet presAssocID="{598AFA8A-02AB-49E7-910C-7BC7F208BB0E}" presName="text" presStyleLbl="fgAcc0" presStyleIdx="0" presStyleCnt="4">
        <dgm:presLayoutVars>
          <dgm:chPref val="3"/>
        </dgm:presLayoutVars>
      </dgm:prSet>
      <dgm:spPr/>
    </dgm:pt>
    <dgm:pt modelId="{9893E07E-3669-4B47-B5AA-A131E4F90E1B}" type="pres">
      <dgm:prSet presAssocID="{598AFA8A-02AB-49E7-910C-7BC7F208BB0E}" presName="hierChild2" presStyleCnt="0"/>
      <dgm:spPr/>
    </dgm:pt>
    <dgm:pt modelId="{885109D7-95FF-194C-AD9D-D46E92E31C5A}" type="pres">
      <dgm:prSet presAssocID="{06CB15CC-CDC6-4834-9391-67743133D8C4}" presName="hierRoot1" presStyleCnt="0"/>
      <dgm:spPr/>
    </dgm:pt>
    <dgm:pt modelId="{3A1463A1-F0CF-4947-A8B8-FDAD4842666B}" type="pres">
      <dgm:prSet presAssocID="{06CB15CC-CDC6-4834-9391-67743133D8C4}" presName="composite" presStyleCnt="0"/>
      <dgm:spPr/>
    </dgm:pt>
    <dgm:pt modelId="{AC02F118-5EEC-114C-8301-D4596E8C4D3C}" type="pres">
      <dgm:prSet presAssocID="{06CB15CC-CDC6-4834-9391-67743133D8C4}" presName="background" presStyleLbl="node0" presStyleIdx="1" presStyleCnt="4"/>
      <dgm:spPr/>
    </dgm:pt>
    <dgm:pt modelId="{6128D7A8-A999-BE48-B632-0A9DE3A8A937}" type="pres">
      <dgm:prSet presAssocID="{06CB15CC-CDC6-4834-9391-67743133D8C4}" presName="text" presStyleLbl="fgAcc0" presStyleIdx="1" presStyleCnt="4">
        <dgm:presLayoutVars>
          <dgm:chPref val="3"/>
        </dgm:presLayoutVars>
      </dgm:prSet>
      <dgm:spPr/>
    </dgm:pt>
    <dgm:pt modelId="{F31C55FD-9F57-A54B-BC89-9D02C662068C}" type="pres">
      <dgm:prSet presAssocID="{06CB15CC-CDC6-4834-9391-67743133D8C4}" presName="hierChild2" presStyleCnt="0"/>
      <dgm:spPr/>
    </dgm:pt>
    <dgm:pt modelId="{292AE4B3-52D8-384C-8A3A-6CDD1C77042D}" type="pres">
      <dgm:prSet presAssocID="{5A9941A6-05B8-41E5-96FB-8ED599B6D59B}" presName="hierRoot1" presStyleCnt="0"/>
      <dgm:spPr/>
    </dgm:pt>
    <dgm:pt modelId="{8EA90811-F748-3B4E-9BB8-15845D994FF7}" type="pres">
      <dgm:prSet presAssocID="{5A9941A6-05B8-41E5-96FB-8ED599B6D59B}" presName="composite" presStyleCnt="0"/>
      <dgm:spPr/>
    </dgm:pt>
    <dgm:pt modelId="{91CA2983-B78F-1A47-9903-229542673CB9}" type="pres">
      <dgm:prSet presAssocID="{5A9941A6-05B8-41E5-96FB-8ED599B6D59B}" presName="background" presStyleLbl="node0" presStyleIdx="2" presStyleCnt="4"/>
      <dgm:spPr/>
    </dgm:pt>
    <dgm:pt modelId="{37D667CE-05C5-9A4E-BF10-440088FB943B}" type="pres">
      <dgm:prSet presAssocID="{5A9941A6-05B8-41E5-96FB-8ED599B6D59B}" presName="text" presStyleLbl="fgAcc0" presStyleIdx="2" presStyleCnt="4">
        <dgm:presLayoutVars>
          <dgm:chPref val="3"/>
        </dgm:presLayoutVars>
      </dgm:prSet>
      <dgm:spPr/>
    </dgm:pt>
    <dgm:pt modelId="{601BF175-BE88-044A-9BA7-E83292626486}" type="pres">
      <dgm:prSet presAssocID="{5A9941A6-05B8-41E5-96FB-8ED599B6D59B}" presName="hierChild2" presStyleCnt="0"/>
      <dgm:spPr/>
    </dgm:pt>
    <dgm:pt modelId="{DC762481-E905-2A40-B682-48B2306DC2F3}" type="pres">
      <dgm:prSet presAssocID="{A510E85C-4852-45A8-89E9-484EE209B061}" presName="hierRoot1" presStyleCnt="0"/>
      <dgm:spPr/>
    </dgm:pt>
    <dgm:pt modelId="{860E3086-BB5F-E247-B98D-8EAC62AEBDBD}" type="pres">
      <dgm:prSet presAssocID="{A510E85C-4852-45A8-89E9-484EE209B061}" presName="composite" presStyleCnt="0"/>
      <dgm:spPr/>
    </dgm:pt>
    <dgm:pt modelId="{DC4553DF-580F-FF44-8297-C609D129B2E0}" type="pres">
      <dgm:prSet presAssocID="{A510E85C-4852-45A8-89E9-484EE209B061}" presName="background" presStyleLbl="node0" presStyleIdx="3" presStyleCnt="4"/>
      <dgm:spPr/>
    </dgm:pt>
    <dgm:pt modelId="{0985E533-EF89-364E-BE5B-1624484EF7AC}" type="pres">
      <dgm:prSet presAssocID="{A510E85C-4852-45A8-89E9-484EE209B061}" presName="text" presStyleLbl="fgAcc0" presStyleIdx="3" presStyleCnt="4">
        <dgm:presLayoutVars>
          <dgm:chPref val="3"/>
        </dgm:presLayoutVars>
      </dgm:prSet>
      <dgm:spPr/>
    </dgm:pt>
    <dgm:pt modelId="{3628AB31-AC6A-6342-B31A-178814F82419}" type="pres">
      <dgm:prSet presAssocID="{A510E85C-4852-45A8-89E9-484EE209B061}" presName="hierChild2" presStyleCnt="0"/>
      <dgm:spPr/>
    </dgm:pt>
  </dgm:ptLst>
  <dgm:cxnLst>
    <dgm:cxn modelId="{F4D86129-E939-6042-9B25-EEBF7A70CF88}" type="presOf" srcId="{06CB15CC-CDC6-4834-9391-67743133D8C4}" destId="{6128D7A8-A999-BE48-B632-0A9DE3A8A937}" srcOrd="0" destOrd="0" presId="urn:microsoft.com/office/officeart/2005/8/layout/hierarchy1"/>
    <dgm:cxn modelId="{832BDE32-8F7C-42EF-8C72-0503A43818D8}" srcId="{957A6294-B37E-4BA7-B7C7-AA364E0755E0}" destId="{5A9941A6-05B8-41E5-96FB-8ED599B6D59B}" srcOrd="2" destOrd="0" parTransId="{8555305C-5E00-436D-870C-65F0C00A2549}" sibTransId="{406C5FE2-1769-4668-9BFD-0B86BF1E3144}"/>
    <dgm:cxn modelId="{384CA73F-39A3-5343-9BF3-BFF39CEAAF2C}" type="presOf" srcId="{A510E85C-4852-45A8-89E9-484EE209B061}" destId="{0985E533-EF89-364E-BE5B-1624484EF7AC}" srcOrd="0" destOrd="0" presId="urn:microsoft.com/office/officeart/2005/8/layout/hierarchy1"/>
    <dgm:cxn modelId="{FA208944-0723-E04D-8B57-C9BFB8095AA0}" type="presOf" srcId="{5A9941A6-05B8-41E5-96FB-8ED599B6D59B}" destId="{37D667CE-05C5-9A4E-BF10-440088FB943B}" srcOrd="0" destOrd="0" presId="urn:microsoft.com/office/officeart/2005/8/layout/hierarchy1"/>
    <dgm:cxn modelId="{6C237B49-CF91-4109-A716-C05CF1F6C29B}" srcId="{957A6294-B37E-4BA7-B7C7-AA364E0755E0}" destId="{A510E85C-4852-45A8-89E9-484EE209B061}" srcOrd="3" destOrd="0" parTransId="{5EF6D0CD-C08F-4257-85FD-86080334D58C}" sibTransId="{05657255-0A75-4E3A-80C5-B85423780079}"/>
    <dgm:cxn modelId="{0A01BB5B-EED4-4CAF-BCA6-5D7946C0B7AD}" srcId="{957A6294-B37E-4BA7-B7C7-AA364E0755E0}" destId="{06CB15CC-CDC6-4834-9391-67743133D8C4}" srcOrd="1" destOrd="0" parTransId="{BA2CD366-81FF-4B08-83F4-A181EF81BB3E}" sibTransId="{A67AB2F6-4371-4DC4-BB5A-54A8967E424D}"/>
    <dgm:cxn modelId="{F6AA51CE-02F0-7E4D-BC83-CF0358B4721C}" type="presOf" srcId="{957A6294-B37E-4BA7-B7C7-AA364E0755E0}" destId="{9F621E3C-D35D-0144-A52B-99CAF2681CB9}" srcOrd="0" destOrd="0" presId="urn:microsoft.com/office/officeart/2005/8/layout/hierarchy1"/>
    <dgm:cxn modelId="{97AC57DD-0706-4271-9358-C09200CBB619}" srcId="{957A6294-B37E-4BA7-B7C7-AA364E0755E0}" destId="{598AFA8A-02AB-49E7-910C-7BC7F208BB0E}" srcOrd="0" destOrd="0" parTransId="{87BF39F2-A2A3-4731-AB4F-0C84A015CB4D}" sibTransId="{6436F458-F1AA-4975-86CE-A6071A291C73}"/>
    <dgm:cxn modelId="{90E2D3F3-3747-EE43-B6F8-33BF790EB679}" type="presOf" srcId="{598AFA8A-02AB-49E7-910C-7BC7F208BB0E}" destId="{B4E708A1-601B-D644-83FA-8DB8107DBD8B}" srcOrd="0" destOrd="0" presId="urn:microsoft.com/office/officeart/2005/8/layout/hierarchy1"/>
    <dgm:cxn modelId="{97D7E033-EC11-ED40-81DE-0B7D37B33B3C}" type="presParOf" srcId="{9F621E3C-D35D-0144-A52B-99CAF2681CB9}" destId="{69AAF24B-EF2C-0649-9F3A-4AFE1B685D36}" srcOrd="0" destOrd="0" presId="urn:microsoft.com/office/officeart/2005/8/layout/hierarchy1"/>
    <dgm:cxn modelId="{1969F885-5CEC-E54B-8B62-C7EFCBFB87C4}" type="presParOf" srcId="{69AAF24B-EF2C-0649-9F3A-4AFE1B685D36}" destId="{58D0A21F-0B20-AE45-B8E8-A21019F4C1E2}" srcOrd="0" destOrd="0" presId="urn:microsoft.com/office/officeart/2005/8/layout/hierarchy1"/>
    <dgm:cxn modelId="{06936058-FE68-3248-B645-71C7A28C24BB}" type="presParOf" srcId="{58D0A21F-0B20-AE45-B8E8-A21019F4C1E2}" destId="{46160294-F9DA-1842-8D52-64A4F7F0A1B5}" srcOrd="0" destOrd="0" presId="urn:microsoft.com/office/officeart/2005/8/layout/hierarchy1"/>
    <dgm:cxn modelId="{1AA13203-A752-9E43-8245-C280C3A645CD}" type="presParOf" srcId="{58D0A21F-0B20-AE45-B8E8-A21019F4C1E2}" destId="{B4E708A1-601B-D644-83FA-8DB8107DBD8B}" srcOrd="1" destOrd="0" presId="urn:microsoft.com/office/officeart/2005/8/layout/hierarchy1"/>
    <dgm:cxn modelId="{6CCB5452-5E6D-A943-B238-5D18AC78FFB8}" type="presParOf" srcId="{69AAF24B-EF2C-0649-9F3A-4AFE1B685D36}" destId="{9893E07E-3669-4B47-B5AA-A131E4F90E1B}" srcOrd="1" destOrd="0" presId="urn:microsoft.com/office/officeart/2005/8/layout/hierarchy1"/>
    <dgm:cxn modelId="{13B6825E-617A-DB4A-8C47-AF7D6382F42A}" type="presParOf" srcId="{9F621E3C-D35D-0144-A52B-99CAF2681CB9}" destId="{885109D7-95FF-194C-AD9D-D46E92E31C5A}" srcOrd="1" destOrd="0" presId="urn:microsoft.com/office/officeart/2005/8/layout/hierarchy1"/>
    <dgm:cxn modelId="{D0427532-5B56-BF4C-B9EC-B310C4CDDB0D}" type="presParOf" srcId="{885109D7-95FF-194C-AD9D-D46E92E31C5A}" destId="{3A1463A1-F0CF-4947-A8B8-FDAD4842666B}" srcOrd="0" destOrd="0" presId="urn:microsoft.com/office/officeart/2005/8/layout/hierarchy1"/>
    <dgm:cxn modelId="{3C699EC1-56CE-054A-9C87-D44ECA718FF1}" type="presParOf" srcId="{3A1463A1-F0CF-4947-A8B8-FDAD4842666B}" destId="{AC02F118-5EEC-114C-8301-D4596E8C4D3C}" srcOrd="0" destOrd="0" presId="urn:microsoft.com/office/officeart/2005/8/layout/hierarchy1"/>
    <dgm:cxn modelId="{85EADBC3-72FA-7041-92B1-45237F6632A4}" type="presParOf" srcId="{3A1463A1-F0CF-4947-A8B8-FDAD4842666B}" destId="{6128D7A8-A999-BE48-B632-0A9DE3A8A937}" srcOrd="1" destOrd="0" presId="urn:microsoft.com/office/officeart/2005/8/layout/hierarchy1"/>
    <dgm:cxn modelId="{1744456D-942B-A445-B740-5D25E72BA6A1}" type="presParOf" srcId="{885109D7-95FF-194C-AD9D-D46E92E31C5A}" destId="{F31C55FD-9F57-A54B-BC89-9D02C662068C}" srcOrd="1" destOrd="0" presId="urn:microsoft.com/office/officeart/2005/8/layout/hierarchy1"/>
    <dgm:cxn modelId="{C9BF329E-86B3-FE45-B77F-3BA4D7B9390B}" type="presParOf" srcId="{9F621E3C-D35D-0144-A52B-99CAF2681CB9}" destId="{292AE4B3-52D8-384C-8A3A-6CDD1C77042D}" srcOrd="2" destOrd="0" presId="urn:microsoft.com/office/officeart/2005/8/layout/hierarchy1"/>
    <dgm:cxn modelId="{2063DBAC-FFAD-F449-9538-9A52AB3C6BF7}" type="presParOf" srcId="{292AE4B3-52D8-384C-8A3A-6CDD1C77042D}" destId="{8EA90811-F748-3B4E-9BB8-15845D994FF7}" srcOrd="0" destOrd="0" presId="urn:microsoft.com/office/officeart/2005/8/layout/hierarchy1"/>
    <dgm:cxn modelId="{621E38C1-41AF-2443-9D7E-B0DADAA91D87}" type="presParOf" srcId="{8EA90811-F748-3B4E-9BB8-15845D994FF7}" destId="{91CA2983-B78F-1A47-9903-229542673CB9}" srcOrd="0" destOrd="0" presId="urn:microsoft.com/office/officeart/2005/8/layout/hierarchy1"/>
    <dgm:cxn modelId="{5C5E4E10-442D-3E47-B92A-382688F1C4D3}" type="presParOf" srcId="{8EA90811-F748-3B4E-9BB8-15845D994FF7}" destId="{37D667CE-05C5-9A4E-BF10-440088FB943B}" srcOrd="1" destOrd="0" presId="urn:microsoft.com/office/officeart/2005/8/layout/hierarchy1"/>
    <dgm:cxn modelId="{340D311C-7EBB-DD4A-9FC8-CA325D613CD0}" type="presParOf" srcId="{292AE4B3-52D8-384C-8A3A-6CDD1C77042D}" destId="{601BF175-BE88-044A-9BA7-E83292626486}" srcOrd="1" destOrd="0" presId="urn:microsoft.com/office/officeart/2005/8/layout/hierarchy1"/>
    <dgm:cxn modelId="{EC6BA22F-76BB-2243-86FF-20C1AF9D3D14}" type="presParOf" srcId="{9F621E3C-D35D-0144-A52B-99CAF2681CB9}" destId="{DC762481-E905-2A40-B682-48B2306DC2F3}" srcOrd="3" destOrd="0" presId="urn:microsoft.com/office/officeart/2005/8/layout/hierarchy1"/>
    <dgm:cxn modelId="{0496D3ED-0FE5-F949-A1E2-0EF85811CC09}" type="presParOf" srcId="{DC762481-E905-2A40-B682-48B2306DC2F3}" destId="{860E3086-BB5F-E247-B98D-8EAC62AEBDBD}" srcOrd="0" destOrd="0" presId="urn:microsoft.com/office/officeart/2005/8/layout/hierarchy1"/>
    <dgm:cxn modelId="{D8302571-5186-3049-8FA7-42A439BCD616}" type="presParOf" srcId="{860E3086-BB5F-E247-B98D-8EAC62AEBDBD}" destId="{DC4553DF-580F-FF44-8297-C609D129B2E0}" srcOrd="0" destOrd="0" presId="urn:microsoft.com/office/officeart/2005/8/layout/hierarchy1"/>
    <dgm:cxn modelId="{1944A345-BED4-BF47-B91C-F3B04FD08540}" type="presParOf" srcId="{860E3086-BB5F-E247-B98D-8EAC62AEBDBD}" destId="{0985E533-EF89-364E-BE5B-1624484EF7AC}" srcOrd="1" destOrd="0" presId="urn:microsoft.com/office/officeart/2005/8/layout/hierarchy1"/>
    <dgm:cxn modelId="{D7862C71-6657-4740-8709-1EF43DA73D60}" type="presParOf" srcId="{DC762481-E905-2A40-B682-48B2306DC2F3}" destId="{3628AB31-AC6A-6342-B31A-178814F82419}"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56D674-8C6F-4F28-B594-4D889424CF3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1DA3BF6-21C7-4385-9317-171D897A0A83}">
      <dgm:prSet/>
      <dgm:spPr/>
      <dgm:t>
        <a:bodyPr/>
        <a:lstStyle/>
        <a:p>
          <a:pPr>
            <a:defRPr b="1"/>
          </a:pPr>
          <a:r>
            <a:rPr lang="en-US"/>
            <a:t>Code-Switching (CS)</a:t>
          </a:r>
        </a:p>
      </dgm:t>
    </dgm:pt>
    <dgm:pt modelId="{D847C8C2-5F81-4E5A-8D55-25B035F57A84}" type="parTrans" cxnId="{FF84F78D-0ACC-4A3A-8E0B-C22B012767ED}">
      <dgm:prSet/>
      <dgm:spPr/>
      <dgm:t>
        <a:bodyPr/>
        <a:lstStyle/>
        <a:p>
          <a:endParaRPr lang="en-US"/>
        </a:p>
      </dgm:t>
    </dgm:pt>
    <dgm:pt modelId="{7EC4B461-B642-455D-ADF5-36B0632A33F0}" type="sibTrans" cxnId="{FF84F78D-0ACC-4A3A-8E0B-C22B012767ED}">
      <dgm:prSet/>
      <dgm:spPr/>
      <dgm:t>
        <a:bodyPr/>
        <a:lstStyle/>
        <a:p>
          <a:endParaRPr lang="en-US"/>
        </a:p>
      </dgm:t>
    </dgm:pt>
    <dgm:pt modelId="{9480DDB4-6086-41F0-9AC4-E79E95A6DEA2}">
      <dgm:prSet/>
      <dgm:spPr/>
      <dgm:t>
        <a:bodyPr/>
        <a:lstStyle/>
        <a:p>
          <a:r>
            <a:rPr lang="en-US"/>
            <a:t>Alternating between languages at boundaries (line, phrase, clause).</a:t>
          </a:r>
        </a:p>
      </dgm:t>
    </dgm:pt>
    <dgm:pt modelId="{2474203E-FC6D-47BC-BCB7-36C940CFF1A1}" type="parTrans" cxnId="{5048F500-00B5-4E72-B639-D649521A18E6}">
      <dgm:prSet/>
      <dgm:spPr/>
      <dgm:t>
        <a:bodyPr/>
        <a:lstStyle/>
        <a:p>
          <a:endParaRPr lang="en-US"/>
        </a:p>
      </dgm:t>
    </dgm:pt>
    <dgm:pt modelId="{0A38DB99-43DE-46AE-BB45-27B24FE52130}" type="sibTrans" cxnId="{5048F500-00B5-4E72-B639-D649521A18E6}">
      <dgm:prSet/>
      <dgm:spPr/>
      <dgm:t>
        <a:bodyPr/>
        <a:lstStyle/>
        <a:p>
          <a:endParaRPr lang="en-US"/>
        </a:p>
      </dgm:t>
    </dgm:pt>
    <dgm:pt modelId="{8A2BC7D4-79D6-457A-827C-40DD49EB099D}">
      <dgm:prSet/>
      <dgm:spPr/>
      <dgm:t>
        <a:bodyPr/>
        <a:lstStyle/>
        <a:p>
          <a:pPr>
            <a:defRPr b="1"/>
          </a:pPr>
          <a:r>
            <a:rPr lang="en-US"/>
            <a:t>Code-Mixing</a:t>
          </a:r>
        </a:p>
      </dgm:t>
    </dgm:pt>
    <dgm:pt modelId="{B0484D53-1543-41B2-BF07-FA7CEBE982B7}" type="parTrans" cxnId="{D01AADE3-6BA2-46E1-B15C-4D4AADAFAF6C}">
      <dgm:prSet/>
      <dgm:spPr/>
      <dgm:t>
        <a:bodyPr/>
        <a:lstStyle/>
        <a:p>
          <a:endParaRPr lang="en-US"/>
        </a:p>
      </dgm:t>
    </dgm:pt>
    <dgm:pt modelId="{8765C1B3-DF15-4931-A448-8C0050244423}" type="sibTrans" cxnId="{D01AADE3-6BA2-46E1-B15C-4D4AADAFAF6C}">
      <dgm:prSet/>
      <dgm:spPr/>
      <dgm:t>
        <a:bodyPr/>
        <a:lstStyle/>
        <a:p>
          <a:endParaRPr lang="en-US"/>
        </a:p>
      </dgm:t>
    </dgm:pt>
    <dgm:pt modelId="{985015FF-3A8F-4AD4-B84D-6756E65BA5BD}">
      <dgm:prSet/>
      <dgm:spPr/>
      <dgm:t>
        <a:bodyPr/>
        <a:lstStyle/>
        <a:p>
          <a:r>
            <a:rPr lang="en-US"/>
            <a:t>Blending languages within phrases/words.</a:t>
          </a:r>
        </a:p>
      </dgm:t>
    </dgm:pt>
    <dgm:pt modelId="{A4379C91-3FB2-4EC8-AB76-90DDF28A806E}" type="parTrans" cxnId="{268B8E82-9FCB-4AF2-8DBC-01D892405C86}">
      <dgm:prSet/>
      <dgm:spPr/>
      <dgm:t>
        <a:bodyPr/>
        <a:lstStyle/>
        <a:p>
          <a:endParaRPr lang="en-US"/>
        </a:p>
      </dgm:t>
    </dgm:pt>
    <dgm:pt modelId="{0BA1330F-A37E-4637-8C06-B9ADD64C0322}" type="sibTrans" cxnId="{268B8E82-9FCB-4AF2-8DBC-01D892405C86}">
      <dgm:prSet/>
      <dgm:spPr/>
      <dgm:t>
        <a:bodyPr/>
        <a:lstStyle/>
        <a:p>
          <a:endParaRPr lang="en-US"/>
        </a:p>
      </dgm:t>
    </dgm:pt>
    <dgm:pt modelId="{5447BA45-DD9B-4568-8E98-E8415CEE5E50}">
      <dgm:prSet/>
      <dgm:spPr/>
      <dgm:t>
        <a:bodyPr/>
        <a:lstStyle/>
        <a:p>
          <a:pPr>
            <a:defRPr b="1"/>
          </a:pPr>
          <a:r>
            <a:rPr lang="en-US"/>
            <a:t>K-pop lyrics typically show:</a:t>
          </a:r>
        </a:p>
      </dgm:t>
    </dgm:pt>
    <dgm:pt modelId="{349E017D-E45B-4C75-8DA8-DDBF005B3ECB}" type="parTrans" cxnId="{BB37A0A1-52C4-4612-8439-37982CE8D151}">
      <dgm:prSet/>
      <dgm:spPr/>
      <dgm:t>
        <a:bodyPr/>
        <a:lstStyle/>
        <a:p>
          <a:endParaRPr lang="en-US"/>
        </a:p>
      </dgm:t>
    </dgm:pt>
    <dgm:pt modelId="{7ED1E8FE-332B-4936-BA4F-9769501EA6B0}" type="sibTrans" cxnId="{BB37A0A1-52C4-4612-8439-37982CE8D151}">
      <dgm:prSet/>
      <dgm:spPr/>
      <dgm:t>
        <a:bodyPr/>
        <a:lstStyle/>
        <a:p>
          <a:endParaRPr lang="en-US"/>
        </a:p>
      </dgm:t>
    </dgm:pt>
    <dgm:pt modelId="{92158269-3D7A-4B45-A913-5EB19F38E44A}">
      <dgm:prSet/>
      <dgm:spPr/>
      <dgm:t>
        <a:bodyPr/>
        <a:lstStyle/>
        <a:p>
          <a:r>
            <a:rPr lang="en-US"/>
            <a:t>Inter-sentential switching (“Korean verse → English pre-chorus”)</a:t>
          </a:r>
        </a:p>
      </dgm:t>
    </dgm:pt>
    <dgm:pt modelId="{C2D048EB-F1AA-4226-AB70-469C6D773F04}" type="parTrans" cxnId="{3DD3C461-B2B1-42BA-BD0A-620819C5A296}">
      <dgm:prSet/>
      <dgm:spPr/>
      <dgm:t>
        <a:bodyPr/>
        <a:lstStyle/>
        <a:p>
          <a:endParaRPr lang="en-US"/>
        </a:p>
      </dgm:t>
    </dgm:pt>
    <dgm:pt modelId="{E5ED771D-6B91-457A-B97C-0C02FB8DC06F}" type="sibTrans" cxnId="{3DD3C461-B2B1-42BA-BD0A-620819C5A296}">
      <dgm:prSet/>
      <dgm:spPr/>
      <dgm:t>
        <a:bodyPr/>
        <a:lstStyle/>
        <a:p>
          <a:endParaRPr lang="en-US"/>
        </a:p>
      </dgm:t>
    </dgm:pt>
    <dgm:pt modelId="{6423EE51-EE6B-44F5-8134-316F169FD474}">
      <dgm:prSet/>
      <dgm:spPr/>
      <dgm:t>
        <a:bodyPr/>
        <a:lstStyle/>
        <a:p>
          <a:r>
            <a:rPr lang="en-US"/>
            <a:t>Intra-sentential switching (“Hangul + English words together”)</a:t>
          </a:r>
        </a:p>
      </dgm:t>
    </dgm:pt>
    <dgm:pt modelId="{5A5DF181-982D-4372-963C-C2646A7615C3}" type="parTrans" cxnId="{A2F47A38-D6AC-44FA-AA8A-9D41BF7D882A}">
      <dgm:prSet/>
      <dgm:spPr/>
      <dgm:t>
        <a:bodyPr/>
        <a:lstStyle/>
        <a:p>
          <a:endParaRPr lang="en-US"/>
        </a:p>
      </dgm:t>
    </dgm:pt>
    <dgm:pt modelId="{DFA67FF3-FABD-45EE-A701-EC9B7169AE31}" type="sibTrans" cxnId="{A2F47A38-D6AC-44FA-AA8A-9D41BF7D882A}">
      <dgm:prSet/>
      <dgm:spPr/>
      <dgm:t>
        <a:bodyPr/>
        <a:lstStyle/>
        <a:p>
          <a:endParaRPr lang="en-US"/>
        </a:p>
      </dgm:t>
    </dgm:pt>
    <dgm:pt modelId="{160BE375-FD5A-4FCE-A304-551FDEE97A84}">
      <dgm:prSet/>
      <dgm:spPr/>
      <dgm:t>
        <a:bodyPr/>
        <a:lstStyle/>
        <a:p>
          <a:r>
            <a:rPr lang="en-US"/>
            <a:t>Tag-switching (“baby,” “yeah,” “okay,” “let’s go”)</a:t>
          </a:r>
        </a:p>
      </dgm:t>
    </dgm:pt>
    <dgm:pt modelId="{E44B67F2-BC63-47A5-B82D-62C74A24621F}" type="parTrans" cxnId="{CEFFA9D0-5D2F-47EB-87DE-B6FEC5D8B027}">
      <dgm:prSet/>
      <dgm:spPr/>
      <dgm:t>
        <a:bodyPr/>
        <a:lstStyle/>
        <a:p>
          <a:endParaRPr lang="en-US"/>
        </a:p>
      </dgm:t>
    </dgm:pt>
    <dgm:pt modelId="{4D28A015-5402-4313-AC0A-BAEFF659E088}" type="sibTrans" cxnId="{CEFFA9D0-5D2F-47EB-87DE-B6FEC5D8B027}">
      <dgm:prSet/>
      <dgm:spPr/>
      <dgm:t>
        <a:bodyPr/>
        <a:lstStyle/>
        <a:p>
          <a:endParaRPr lang="en-US"/>
        </a:p>
      </dgm:t>
    </dgm:pt>
    <dgm:pt modelId="{4701D0DE-ABC5-442A-9DA6-611EB4A5D369}" type="pres">
      <dgm:prSet presAssocID="{A556D674-8C6F-4F28-B594-4D889424CF30}" presName="root" presStyleCnt="0">
        <dgm:presLayoutVars>
          <dgm:dir/>
          <dgm:resizeHandles val="exact"/>
        </dgm:presLayoutVars>
      </dgm:prSet>
      <dgm:spPr/>
    </dgm:pt>
    <dgm:pt modelId="{FDF11F50-5408-470A-93F2-AFE60D1FCE7D}" type="pres">
      <dgm:prSet presAssocID="{71DA3BF6-21C7-4385-9317-171D897A0A83}" presName="compNode" presStyleCnt="0"/>
      <dgm:spPr/>
    </dgm:pt>
    <dgm:pt modelId="{652A9F25-712C-4F92-B11E-1F175511337F}" type="pres">
      <dgm:prSet presAssocID="{71DA3BF6-21C7-4385-9317-171D897A0A8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99E29B91-CC00-45F3-91F7-369056B90587}" type="pres">
      <dgm:prSet presAssocID="{71DA3BF6-21C7-4385-9317-171D897A0A83}" presName="iconSpace" presStyleCnt="0"/>
      <dgm:spPr/>
    </dgm:pt>
    <dgm:pt modelId="{C0C925A9-CC97-4CF7-B71B-6319752A9F7B}" type="pres">
      <dgm:prSet presAssocID="{71DA3BF6-21C7-4385-9317-171D897A0A83}" presName="parTx" presStyleLbl="revTx" presStyleIdx="0" presStyleCnt="6">
        <dgm:presLayoutVars>
          <dgm:chMax val="0"/>
          <dgm:chPref val="0"/>
        </dgm:presLayoutVars>
      </dgm:prSet>
      <dgm:spPr/>
    </dgm:pt>
    <dgm:pt modelId="{0B0B6780-8938-48F9-841C-EFAA1E7314A5}" type="pres">
      <dgm:prSet presAssocID="{71DA3BF6-21C7-4385-9317-171D897A0A83}" presName="txSpace" presStyleCnt="0"/>
      <dgm:spPr/>
    </dgm:pt>
    <dgm:pt modelId="{8C9931A1-A7FE-4A25-8959-02B8B888AFDD}" type="pres">
      <dgm:prSet presAssocID="{71DA3BF6-21C7-4385-9317-171D897A0A83}" presName="desTx" presStyleLbl="revTx" presStyleIdx="1" presStyleCnt="6">
        <dgm:presLayoutVars/>
      </dgm:prSet>
      <dgm:spPr/>
    </dgm:pt>
    <dgm:pt modelId="{472F59BF-CCF4-4E6D-A5F3-FF8F7EDB2EF9}" type="pres">
      <dgm:prSet presAssocID="{7EC4B461-B642-455D-ADF5-36B0632A33F0}" presName="sibTrans" presStyleCnt="0"/>
      <dgm:spPr/>
    </dgm:pt>
    <dgm:pt modelId="{4011357F-1852-45F5-9625-A276F957D2EB}" type="pres">
      <dgm:prSet presAssocID="{8A2BC7D4-79D6-457A-827C-40DD49EB099D}" presName="compNode" presStyleCnt="0"/>
      <dgm:spPr/>
    </dgm:pt>
    <dgm:pt modelId="{A068F7F1-1066-4EB5-974F-DE7D7ADDF262}" type="pres">
      <dgm:prSet presAssocID="{8A2BC7D4-79D6-457A-827C-40DD49EB099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24491FBA-E383-4505-A8D3-B5199CFAB55D}" type="pres">
      <dgm:prSet presAssocID="{8A2BC7D4-79D6-457A-827C-40DD49EB099D}" presName="iconSpace" presStyleCnt="0"/>
      <dgm:spPr/>
    </dgm:pt>
    <dgm:pt modelId="{66080383-9EAE-47F7-8907-E506AE51A5AD}" type="pres">
      <dgm:prSet presAssocID="{8A2BC7D4-79D6-457A-827C-40DD49EB099D}" presName="parTx" presStyleLbl="revTx" presStyleIdx="2" presStyleCnt="6">
        <dgm:presLayoutVars>
          <dgm:chMax val="0"/>
          <dgm:chPref val="0"/>
        </dgm:presLayoutVars>
      </dgm:prSet>
      <dgm:spPr/>
    </dgm:pt>
    <dgm:pt modelId="{DAFDEF17-630C-4F2A-A9C5-9254FF92AF77}" type="pres">
      <dgm:prSet presAssocID="{8A2BC7D4-79D6-457A-827C-40DD49EB099D}" presName="txSpace" presStyleCnt="0"/>
      <dgm:spPr/>
    </dgm:pt>
    <dgm:pt modelId="{1F3D4358-FB98-4125-8C53-EB5BB67DFED0}" type="pres">
      <dgm:prSet presAssocID="{8A2BC7D4-79D6-457A-827C-40DD49EB099D}" presName="desTx" presStyleLbl="revTx" presStyleIdx="3" presStyleCnt="6">
        <dgm:presLayoutVars/>
      </dgm:prSet>
      <dgm:spPr/>
    </dgm:pt>
    <dgm:pt modelId="{0688D2F2-FA88-4F3F-BE6F-0C6C82166BC1}" type="pres">
      <dgm:prSet presAssocID="{8765C1B3-DF15-4931-A448-8C0050244423}" presName="sibTrans" presStyleCnt="0"/>
      <dgm:spPr/>
    </dgm:pt>
    <dgm:pt modelId="{00455D9F-FA19-4BE0-85E7-F5002BD15CA6}" type="pres">
      <dgm:prSet presAssocID="{5447BA45-DD9B-4568-8E98-E8415CEE5E50}" presName="compNode" presStyleCnt="0"/>
      <dgm:spPr/>
    </dgm:pt>
    <dgm:pt modelId="{758DC4AF-A023-46B4-A8B3-B5988964988B}" type="pres">
      <dgm:prSet presAssocID="{5447BA45-DD9B-4568-8E98-E8415CEE5E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eble clef"/>
        </a:ext>
      </dgm:extLst>
    </dgm:pt>
    <dgm:pt modelId="{5F565D8C-2F46-4E50-92F3-6DD93E3060DA}" type="pres">
      <dgm:prSet presAssocID="{5447BA45-DD9B-4568-8E98-E8415CEE5E50}" presName="iconSpace" presStyleCnt="0"/>
      <dgm:spPr/>
    </dgm:pt>
    <dgm:pt modelId="{E47FE3B2-DE85-4E88-96AA-0A3FA0999AEA}" type="pres">
      <dgm:prSet presAssocID="{5447BA45-DD9B-4568-8E98-E8415CEE5E50}" presName="parTx" presStyleLbl="revTx" presStyleIdx="4" presStyleCnt="6">
        <dgm:presLayoutVars>
          <dgm:chMax val="0"/>
          <dgm:chPref val="0"/>
        </dgm:presLayoutVars>
      </dgm:prSet>
      <dgm:spPr/>
    </dgm:pt>
    <dgm:pt modelId="{9A3EA44D-E668-4E4F-BC3E-A411D39A89F7}" type="pres">
      <dgm:prSet presAssocID="{5447BA45-DD9B-4568-8E98-E8415CEE5E50}" presName="txSpace" presStyleCnt="0"/>
      <dgm:spPr/>
    </dgm:pt>
    <dgm:pt modelId="{6526240F-9624-4811-960B-F276A4913C22}" type="pres">
      <dgm:prSet presAssocID="{5447BA45-DD9B-4568-8E98-E8415CEE5E50}" presName="desTx" presStyleLbl="revTx" presStyleIdx="5" presStyleCnt="6">
        <dgm:presLayoutVars/>
      </dgm:prSet>
      <dgm:spPr/>
    </dgm:pt>
  </dgm:ptLst>
  <dgm:cxnLst>
    <dgm:cxn modelId="{5048F500-00B5-4E72-B639-D649521A18E6}" srcId="{71DA3BF6-21C7-4385-9317-171D897A0A83}" destId="{9480DDB4-6086-41F0-9AC4-E79E95A6DEA2}" srcOrd="0" destOrd="0" parTransId="{2474203E-FC6D-47BC-BCB7-36C940CFF1A1}" sibTransId="{0A38DB99-43DE-46AE-BB45-27B24FE52130}"/>
    <dgm:cxn modelId="{76E8280A-3250-4AD1-92DD-5C7D1A9CFECF}" type="presOf" srcId="{9480DDB4-6086-41F0-9AC4-E79E95A6DEA2}" destId="{8C9931A1-A7FE-4A25-8959-02B8B888AFDD}" srcOrd="0" destOrd="0" presId="urn:microsoft.com/office/officeart/2018/2/layout/IconLabelDescriptionList"/>
    <dgm:cxn modelId="{A476E018-4D16-47B9-A143-3C8F63AE20B3}" type="presOf" srcId="{160BE375-FD5A-4FCE-A304-551FDEE97A84}" destId="{6526240F-9624-4811-960B-F276A4913C22}" srcOrd="0" destOrd="2" presId="urn:microsoft.com/office/officeart/2018/2/layout/IconLabelDescriptionList"/>
    <dgm:cxn modelId="{B8720526-E644-4ABE-9EC9-1794B7E7C9DA}" type="presOf" srcId="{71DA3BF6-21C7-4385-9317-171D897A0A83}" destId="{C0C925A9-CC97-4CF7-B71B-6319752A9F7B}" srcOrd="0" destOrd="0" presId="urn:microsoft.com/office/officeart/2018/2/layout/IconLabelDescriptionList"/>
    <dgm:cxn modelId="{A2F47A38-D6AC-44FA-AA8A-9D41BF7D882A}" srcId="{5447BA45-DD9B-4568-8E98-E8415CEE5E50}" destId="{6423EE51-EE6B-44F5-8134-316F169FD474}" srcOrd="1" destOrd="0" parTransId="{5A5DF181-982D-4372-963C-C2646A7615C3}" sibTransId="{DFA67FF3-FABD-45EE-A701-EC9B7169AE31}"/>
    <dgm:cxn modelId="{3DD3C461-B2B1-42BA-BD0A-620819C5A296}" srcId="{5447BA45-DD9B-4568-8E98-E8415CEE5E50}" destId="{92158269-3D7A-4B45-A913-5EB19F38E44A}" srcOrd="0" destOrd="0" parTransId="{C2D048EB-F1AA-4226-AB70-469C6D773F04}" sibTransId="{E5ED771D-6B91-457A-B97C-0C02FB8DC06F}"/>
    <dgm:cxn modelId="{D6D00067-A291-49F0-A61D-5F702EAE606C}" type="presOf" srcId="{985015FF-3A8F-4AD4-B84D-6756E65BA5BD}" destId="{1F3D4358-FB98-4125-8C53-EB5BB67DFED0}" srcOrd="0" destOrd="0" presId="urn:microsoft.com/office/officeart/2018/2/layout/IconLabelDescriptionList"/>
    <dgm:cxn modelId="{810D1671-B11F-4EA7-B1C5-2077E7F68073}" type="presOf" srcId="{92158269-3D7A-4B45-A913-5EB19F38E44A}" destId="{6526240F-9624-4811-960B-F276A4913C22}" srcOrd="0" destOrd="0" presId="urn:microsoft.com/office/officeart/2018/2/layout/IconLabelDescriptionList"/>
    <dgm:cxn modelId="{268B8E82-9FCB-4AF2-8DBC-01D892405C86}" srcId="{8A2BC7D4-79D6-457A-827C-40DD49EB099D}" destId="{985015FF-3A8F-4AD4-B84D-6756E65BA5BD}" srcOrd="0" destOrd="0" parTransId="{A4379C91-3FB2-4EC8-AB76-90DDF28A806E}" sibTransId="{0BA1330F-A37E-4637-8C06-B9ADD64C0322}"/>
    <dgm:cxn modelId="{FF84F78D-0ACC-4A3A-8E0B-C22B012767ED}" srcId="{A556D674-8C6F-4F28-B594-4D889424CF30}" destId="{71DA3BF6-21C7-4385-9317-171D897A0A83}" srcOrd="0" destOrd="0" parTransId="{D847C8C2-5F81-4E5A-8D55-25B035F57A84}" sibTransId="{7EC4B461-B642-455D-ADF5-36B0632A33F0}"/>
    <dgm:cxn modelId="{74842990-0761-41FE-BB82-992A868236F1}" type="presOf" srcId="{6423EE51-EE6B-44F5-8134-316F169FD474}" destId="{6526240F-9624-4811-960B-F276A4913C22}" srcOrd="0" destOrd="1" presId="urn:microsoft.com/office/officeart/2018/2/layout/IconLabelDescriptionList"/>
    <dgm:cxn modelId="{061B049D-0486-41E4-BDC7-F6A012A5C243}" type="presOf" srcId="{5447BA45-DD9B-4568-8E98-E8415CEE5E50}" destId="{E47FE3B2-DE85-4E88-96AA-0A3FA0999AEA}" srcOrd="0" destOrd="0" presId="urn:microsoft.com/office/officeart/2018/2/layout/IconLabelDescriptionList"/>
    <dgm:cxn modelId="{A18F23A1-E230-4E9D-8714-3048067F015E}" type="presOf" srcId="{8A2BC7D4-79D6-457A-827C-40DD49EB099D}" destId="{66080383-9EAE-47F7-8907-E506AE51A5AD}" srcOrd="0" destOrd="0" presId="urn:microsoft.com/office/officeart/2018/2/layout/IconLabelDescriptionList"/>
    <dgm:cxn modelId="{BB37A0A1-52C4-4612-8439-37982CE8D151}" srcId="{A556D674-8C6F-4F28-B594-4D889424CF30}" destId="{5447BA45-DD9B-4568-8E98-E8415CEE5E50}" srcOrd="2" destOrd="0" parTransId="{349E017D-E45B-4C75-8DA8-DDBF005B3ECB}" sibTransId="{7ED1E8FE-332B-4936-BA4F-9769501EA6B0}"/>
    <dgm:cxn modelId="{7E8001C8-B96A-4351-A704-1211B0633AC4}" type="presOf" srcId="{A556D674-8C6F-4F28-B594-4D889424CF30}" destId="{4701D0DE-ABC5-442A-9DA6-611EB4A5D369}" srcOrd="0" destOrd="0" presId="urn:microsoft.com/office/officeart/2018/2/layout/IconLabelDescriptionList"/>
    <dgm:cxn modelId="{CEFFA9D0-5D2F-47EB-87DE-B6FEC5D8B027}" srcId="{5447BA45-DD9B-4568-8E98-E8415CEE5E50}" destId="{160BE375-FD5A-4FCE-A304-551FDEE97A84}" srcOrd="2" destOrd="0" parTransId="{E44B67F2-BC63-47A5-B82D-62C74A24621F}" sibTransId="{4D28A015-5402-4313-AC0A-BAEFF659E088}"/>
    <dgm:cxn modelId="{D01AADE3-6BA2-46E1-B15C-4D4AADAFAF6C}" srcId="{A556D674-8C6F-4F28-B594-4D889424CF30}" destId="{8A2BC7D4-79D6-457A-827C-40DD49EB099D}" srcOrd="1" destOrd="0" parTransId="{B0484D53-1543-41B2-BF07-FA7CEBE982B7}" sibTransId="{8765C1B3-DF15-4931-A448-8C0050244423}"/>
    <dgm:cxn modelId="{061D1719-0AE1-48E3-A733-7E416A108364}" type="presParOf" srcId="{4701D0DE-ABC5-442A-9DA6-611EB4A5D369}" destId="{FDF11F50-5408-470A-93F2-AFE60D1FCE7D}" srcOrd="0" destOrd="0" presId="urn:microsoft.com/office/officeart/2018/2/layout/IconLabelDescriptionList"/>
    <dgm:cxn modelId="{67764701-19EC-4C3F-B1CC-E8AAED51A176}" type="presParOf" srcId="{FDF11F50-5408-470A-93F2-AFE60D1FCE7D}" destId="{652A9F25-712C-4F92-B11E-1F175511337F}" srcOrd="0" destOrd="0" presId="urn:microsoft.com/office/officeart/2018/2/layout/IconLabelDescriptionList"/>
    <dgm:cxn modelId="{15B209CB-3C7A-4E4F-97A6-204A8F9E5FC8}" type="presParOf" srcId="{FDF11F50-5408-470A-93F2-AFE60D1FCE7D}" destId="{99E29B91-CC00-45F3-91F7-369056B90587}" srcOrd="1" destOrd="0" presId="urn:microsoft.com/office/officeart/2018/2/layout/IconLabelDescriptionList"/>
    <dgm:cxn modelId="{F1F5BB3A-A8F2-4C83-A531-CD3322C7B5CC}" type="presParOf" srcId="{FDF11F50-5408-470A-93F2-AFE60D1FCE7D}" destId="{C0C925A9-CC97-4CF7-B71B-6319752A9F7B}" srcOrd="2" destOrd="0" presId="urn:microsoft.com/office/officeart/2018/2/layout/IconLabelDescriptionList"/>
    <dgm:cxn modelId="{727A1709-78C4-44FE-B51E-7656FB142342}" type="presParOf" srcId="{FDF11F50-5408-470A-93F2-AFE60D1FCE7D}" destId="{0B0B6780-8938-48F9-841C-EFAA1E7314A5}" srcOrd="3" destOrd="0" presId="urn:microsoft.com/office/officeart/2018/2/layout/IconLabelDescriptionList"/>
    <dgm:cxn modelId="{6446263A-242B-4175-AF75-CC4D94744819}" type="presParOf" srcId="{FDF11F50-5408-470A-93F2-AFE60D1FCE7D}" destId="{8C9931A1-A7FE-4A25-8959-02B8B888AFDD}" srcOrd="4" destOrd="0" presId="urn:microsoft.com/office/officeart/2018/2/layout/IconLabelDescriptionList"/>
    <dgm:cxn modelId="{5CB73779-D39D-4347-86DD-086520F82C8B}" type="presParOf" srcId="{4701D0DE-ABC5-442A-9DA6-611EB4A5D369}" destId="{472F59BF-CCF4-4E6D-A5F3-FF8F7EDB2EF9}" srcOrd="1" destOrd="0" presId="urn:microsoft.com/office/officeart/2018/2/layout/IconLabelDescriptionList"/>
    <dgm:cxn modelId="{73EB310A-4E87-4AC4-9BCF-9D64D89E29E7}" type="presParOf" srcId="{4701D0DE-ABC5-442A-9DA6-611EB4A5D369}" destId="{4011357F-1852-45F5-9625-A276F957D2EB}" srcOrd="2" destOrd="0" presId="urn:microsoft.com/office/officeart/2018/2/layout/IconLabelDescriptionList"/>
    <dgm:cxn modelId="{21CF5EA5-E2AF-497D-9F74-6D57BA94C1BB}" type="presParOf" srcId="{4011357F-1852-45F5-9625-A276F957D2EB}" destId="{A068F7F1-1066-4EB5-974F-DE7D7ADDF262}" srcOrd="0" destOrd="0" presId="urn:microsoft.com/office/officeart/2018/2/layout/IconLabelDescriptionList"/>
    <dgm:cxn modelId="{DCF7F436-A76D-4A69-8BC3-A28B8F3BBC50}" type="presParOf" srcId="{4011357F-1852-45F5-9625-A276F957D2EB}" destId="{24491FBA-E383-4505-A8D3-B5199CFAB55D}" srcOrd="1" destOrd="0" presId="urn:microsoft.com/office/officeart/2018/2/layout/IconLabelDescriptionList"/>
    <dgm:cxn modelId="{C8127D25-888E-4588-8D45-9C434241B6A0}" type="presParOf" srcId="{4011357F-1852-45F5-9625-A276F957D2EB}" destId="{66080383-9EAE-47F7-8907-E506AE51A5AD}" srcOrd="2" destOrd="0" presId="urn:microsoft.com/office/officeart/2018/2/layout/IconLabelDescriptionList"/>
    <dgm:cxn modelId="{A42861FD-3BA2-4E99-97AF-4F75F66F4D49}" type="presParOf" srcId="{4011357F-1852-45F5-9625-A276F957D2EB}" destId="{DAFDEF17-630C-4F2A-A9C5-9254FF92AF77}" srcOrd="3" destOrd="0" presId="urn:microsoft.com/office/officeart/2018/2/layout/IconLabelDescriptionList"/>
    <dgm:cxn modelId="{7E3C5DC1-3DA0-49DD-8A68-3760ED455CAC}" type="presParOf" srcId="{4011357F-1852-45F5-9625-A276F957D2EB}" destId="{1F3D4358-FB98-4125-8C53-EB5BB67DFED0}" srcOrd="4" destOrd="0" presId="urn:microsoft.com/office/officeart/2018/2/layout/IconLabelDescriptionList"/>
    <dgm:cxn modelId="{D136B9B1-5FE3-406A-B2E1-23725D91843E}" type="presParOf" srcId="{4701D0DE-ABC5-442A-9DA6-611EB4A5D369}" destId="{0688D2F2-FA88-4F3F-BE6F-0C6C82166BC1}" srcOrd="3" destOrd="0" presId="urn:microsoft.com/office/officeart/2018/2/layout/IconLabelDescriptionList"/>
    <dgm:cxn modelId="{E4CEA126-69FA-410D-BCC3-9673AC75D99A}" type="presParOf" srcId="{4701D0DE-ABC5-442A-9DA6-611EB4A5D369}" destId="{00455D9F-FA19-4BE0-85E7-F5002BD15CA6}" srcOrd="4" destOrd="0" presId="urn:microsoft.com/office/officeart/2018/2/layout/IconLabelDescriptionList"/>
    <dgm:cxn modelId="{F21F13C5-7DEF-4056-ADFF-FF3FD6F5D49C}" type="presParOf" srcId="{00455D9F-FA19-4BE0-85E7-F5002BD15CA6}" destId="{758DC4AF-A023-46B4-A8B3-B5988964988B}" srcOrd="0" destOrd="0" presId="urn:microsoft.com/office/officeart/2018/2/layout/IconLabelDescriptionList"/>
    <dgm:cxn modelId="{148F3F1F-D216-469D-8716-10A245C317F9}" type="presParOf" srcId="{00455D9F-FA19-4BE0-85E7-F5002BD15CA6}" destId="{5F565D8C-2F46-4E50-92F3-6DD93E3060DA}" srcOrd="1" destOrd="0" presId="urn:microsoft.com/office/officeart/2018/2/layout/IconLabelDescriptionList"/>
    <dgm:cxn modelId="{1EE641F4-D114-4490-AF59-72DEF9C56C51}" type="presParOf" srcId="{00455D9F-FA19-4BE0-85E7-F5002BD15CA6}" destId="{E47FE3B2-DE85-4E88-96AA-0A3FA0999AEA}" srcOrd="2" destOrd="0" presId="urn:microsoft.com/office/officeart/2018/2/layout/IconLabelDescriptionList"/>
    <dgm:cxn modelId="{22380040-C209-4A99-B0AA-E05FF582F7A6}" type="presParOf" srcId="{00455D9F-FA19-4BE0-85E7-F5002BD15CA6}" destId="{9A3EA44D-E668-4E4F-BC3E-A411D39A89F7}" srcOrd="3" destOrd="0" presId="urn:microsoft.com/office/officeart/2018/2/layout/IconLabelDescriptionList"/>
    <dgm:cxn modelId="{2A95936B-9CF3-4D0E-B080-7577C5BCB454}" type="presParOf" srcId="{00455D9F-FA19-4BE0-85E7-F5002BD15CA6}" destId="{6526240F-9624-4811-960B-F276A4913C22}" srcOrd="4" destOrd="0" presId="urn:microsoft.com/office/officeart/2018/2/layout/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46F040-A1B4-4BA6-8FB7-C492B2379B0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9DA3EFF-22CC-45F6-8893-FE9D26DF5FE2}">
      <dgm:prSet/>
      <dgm:spPr/>
      <dgm:t>
        <a:bodyPr/>
        <a:lstStyle/>
        <a:p>
          <a:pPr>
            <a:defRPr cap="all"/>
          </a:pPr>
          <a:r>
            <a:rPr lang="en-US" baseline="0"/>
            <a:t>Used for rhythm, emphasis, hooks.</a:t>
          </a:r>
          <a:endParaRPr lang="en-US"/>
        </a:p>
      </dgm:t>
    </dgm:pt>
    <dgm:pt modelId="{12A1FA34-8F4A-4F96-B2FE-9FA42673233A}" type="parTrans" cxnId="{08198D99-07CB-4743-99C6-B7F239A4BAFC}">
      <dgm:prSet/>
      <dgm:spPr/>
      <dgm:t>
        <a:bodyPr/>
        <a:lstStyle/>
        <a:p>
          <a:endParaRPr lang="en-US"/>
        </a:p>
      </dgm:t>
    </dgm:pt>
    <dgm:pt modelId="{2892E4AA-A2AC-4FD6-826C-C8DDB6EC1A90}" type="sibTrans" cxnId="{08198D99-07CB-4743-99C6-B7F239A4BAFC}">
      <dgm:prSet/>
      <dgm:spPr/>
      <dgm:t>
        <a:bodyPr/>
        <a:lstStyle/>
        <a:p>
          <a:endParaRPr lang="en-US"/>
        </a:p>
      </dgm:t>
    </dgm:pt>
    <dgm:pt modelId="{D549F35A-EDFD-4981-A5F8-5EF7D9B6316D}">
      <dgm:prSet/>
      <dgm:spPr/>
      <dgm:t>
        <a:bodyPr/>
        <a:lstStyle/>
        <a:p>
          <a:pPr>
            <a:defRPr cap="all"/>
          </a:pPr>
          <a:r>
            <a:rPr lang="en-US" baseline="0"/>
            <a:t>English often marks “global-ness.”</a:t>
          </a:r>
          <a:endParaRPr lang="en-US"/>
        </a:p>
      </dgm:t>
    </dgm:pt>
    <dgm:pt modelId="{AB6E7DB5-B2F2-475F-8E5B-3F3C32C16CE7}" type="parTrans" cxnId="{25281614-907E-4EFE-B864-9579F83E7083}">
      <dgm:prSet/>
      <dgm:spPr/>
      <dgm:t>
        <a:bodyPr/>
        <a:lstStyle/>
        <a:p>
          <a:endParaRPr lang="en-US"/>
        </a:p>
      </dgm:t>
    </dgm:pt>
    <dgm:pt modelId="{CC6D7240-7524-4C4C-8633-FD1A947A022B}" type="sibTrans" cxnId="{25281614-907E-4EFE-B864-9579F83E7083}">
      <dgm:prSet/>
      <dgm:spPr/>
      <dgm:t>
        <a:bodyPr/>
        <a:lstStyle/>
        <a:p>
          <a:endParaRPr lang="en-US"/>
        </a:p>
      </dgm:t>
    </dgm:pt>
    <dgm:pt modelId="{A0C608F3-7306-4CD6-A96C-3EEDD579337D}">
      <dgm:prSet/>
      <dgm:spPr/>
      <dgm:t>
        <a:bodyPr/>
        <a:lstStyle/>
        <a:p>
          <a:pPr>
            <a:defRPr cap="all"/>
          </a:pPr>
          <a:r>
            <a:rPr lang="en-US" baseline="0"/>
            <a:t>Can influence chart performance and cultural indexing.</a:t>
          </a:r>
          <a:endParaRPr lang="en-US"/>
        </a:p>
      </dgm:t>
    </dgm:pt>
    <dgm:pt modelId="{39EEF42F-7534-43B8-A4DF-8B84FBA9D665}" type="parTrans" cxnId="{C1D6BC58-9043-446E-996D-12DA3CE58598}">
      <dgm:prSet/>
      <dgm:spPr/>
      <dgm:t>
        <a:bodyPr/>
        <a:lstStyle/>
        <a:p>
          <a:endParaRPr lang="en-US"/>
        </a:p>
      </dgm:t>
    </dgm:pt>
    <dgm:pt modelId="{C0A2CC81-B8EC-45E9-AD07-D6C365943668}" type="sibTrans" cxnId="{C1D6BC58-9043-446E-996D-12DA3CE58598}">
      <dgm:prSet/>
      <dgm:spPr/>
      <dgm:t>
        <a:bodyPr/>
        <a:lstStyle/>
        <a:p>
          <a:endParaRPr lang="en-US"/>
        </a:p>
      </dgm:t>
    </dgm:pt>
    <dgm:pt modelId="{15FE2593-B3C2-44C6-B8CC-B425E6DD8231}" type="pres">
      <dgm:prSet presAssocID="{3746F040-A1B4-4BA6-8FB7-C492B2379B03}" presName="root" presStyleCnt="0">
        <dgm:presLayoutVars>
          <dgm:dir/>
          <dgm:resizeHandles val="exact"/>
        </dgm:presLayoutVars>
      </dgm:prSet>
      <dgm:spPr/>
    </dgm:pt>
    <dgm:pt modelId="{CA3FE1D1-7C85-425B-A4E7-7ACC02DA5A85}" type="pres">
      <dgm:prSet presAssocID="{B9DA3EFF-22CC-45F6-8893-FE9D26DF5FE2}" presName="compNode" presStyleCnt="0"/>
      <dgm:spPr/>
    </dgm:pt>
    <dgm:pt modelId="{D7B4B80C-358F-4FF9-8697-0CD5087CA41B}" type="pres">
      <dgm:prSet presAssocID="{B9DA3EFF-22CC-45F6-8893-FE9D26DF5FE2}" presName="iconBgRect" presStyleLbl="bgShp" presStyleIdx="0" presStyleCnt="3"/>
      <dgm:spPr/>
    </dgm:pt>
    <dgm:pt modelId="{1096A4A0-D1E2-4928-8160-5CE252667766}" type="pres">
      <dgm:prSet presAssocID="{B9DA3EFF-22CC-45F6-8893-FE9D26DF5FE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ell"/>
        </a:ext>
      </dgm:extLst>
    </dgm:pt>
    <dgm:pt modelId="{A7495719-05CA-42FE-873F-7999713544DA}" type="pres">
      <dgm:prSet presAssocID="{B9DA3EFF-22CC-45F6-8893-FE9D26DF5FE2}" presName="spaceRect" presStyleCnt="0"/>
      <dgm:spPr/>
    </dgm:pt>
    <dgm:pt modelId="{52C853CF-455C-49EA-8005-3FFAF9E35F10}" type="pres">
      <dgm:prSet presAssocID="{B9DA3EFF-22CC-45F6-8893-FE9D26DF5FE2}" presName="textRect" presStyleLbl="revTx" presStyleIdx="0" presStyleCnt="3">
        <dgm:presLayoutVars>
          <dgm:chMax val="1"/>
          <dgm:chPref val="1"/>
        </dgm:presLayoutVars>
      </dgm:prSet>
      <dgm:spPr/>
    </dgm:pt>
    <dgm:pt modelId="{72D2EDD2-215C-438A-951E-37ED6F7AFF67}" type="pres">
      <dgm:prSet presAssocID="{2892E4AA-A2AC-4FD6-826C-C8DDB6EC1A90}" presName="sibTrans" presStyleCnt="0"/>
      <dgm:spPr/>
    </dgm:pt>
    <dgm:pt modelId="{A639623B-2E44-445B-A99A-B0D92986B78B}" type="pres">
      <dgm:prSet presAssocID="{D549F35A-EDFD-4981-A5F8-5EF7D9B6316D}" presName="compNode" presStyleCnt="0"/>
      <dgm:spPr/>
    </dgm:pt>
    <dgm:pt modelId="{59E64D52-0D8C-4B1F-A93C-9E3C11D364E3}" type="pres">
      <dgm:prSet presAssocID="{D549F35A-EDFD-4981-A5F8-5EF7D9B6316D}" presName="iconBgRect" presStyleLbl="bgShp" presStyleIdx="1" presStyleCnt="3"/>
      <dgm:spPr/>
    </dgm:pt>
    <dgm:pt modelId="{541A31BC-2474-4713-BE81-C0B276C70702}" type="pres">
      <dgm:prSet presAssocID="{D549F35A-EDFD-4981-A5F8-5EF7D9B631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finity"/>
        </a:ext>
      </dgm:extLst>
    </dgm:pt>
    <dgm:pt modelId="{3F759D5A-07ED-4A0F-ACCF-A10C23F267DD}" type="pres">
      <dgm:prSet presAssocID="{D549F35A-EDFD-4981-A5F8-5EF7D9B6316D}" presName="spaceRect" presStyleCnt="0"/>
      <dgm:spPr/>
    </dgm:pt>
    <dgm:pt modelId="{B178987E-FF40-409A-8210-3BE23876D712}" type="pres">
      <dgm:prSet presAssocID="{D549F35A-EDFD-4981-A5F8-5EF7D9B6316D}" presName="textRect" presStyleLbl="revTx" presStyleIdx="1" presStyleCnt="3">
        <dgm:presLayoutVars>
          <dgm:chMax val="1"/>
          <dgm:chPref val="1"/>
        </dgm:presLayoutVars>
      </dgm:prSet>
      <dgm:spPr/>
    </dgm:pt>
    <dgm:pt modelId="{14092CDF-321E-46C2-99E5-E4323E1C6EE1}" type="pres">
      <dgm:prSet presAssocID="{CC6D7240-7524-4C4C-8633-FD1A947A022B}" presName="sibTrans" presStyleCnt="0"/>
      <dgm:spPr/>
    </dgm:pt>
    <dgm:pt modelId="{0F9C6E9D-BD3A-4722-92E2-0E9F905D8A63}" type="pres">
      <dgm:prSet presAssocID="{A0C608F3-7306-4CD6-A96C-3EEDD579337D}" presName="compNode" presStyleCnt="0"/>
      <dgm:spPr/>
    </dgm:pt>
    <dgm:pt modelId="{A0DFF469-F6DC-46ED-8126-223236C269C3}" type="pres">
      <dgm:prSet presAssocID="{A0C608F3-7306-4CD6-A96C-3EEDD579337D}" presName="iconBgRect" presStyleLbl="bgShp" presStyleIdx="2" presStyleCnt="3"/>
      <dgm:spPr/>
    </dgm:pt>
    <dgm:pt modelId="{F142AC04-B986-462C-BBFB-48E93DDB0827}" type="pres">
      <dgm:prSet presAssocID="{A0C608F3-7306-4CD6-A96C-3EEDD579337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E14425BD-8449-4CBE-A412-CA904528AF9A}" type="pres">
      <dgm:prSet presAssocID="{A0C608F3-7306-4CD6-A96C-3EEDD579337D}" presName="spaceRect" presStyleCnt="0"/>
      <dgm:spPr/>
    </dgm:pt>
    <dgm:pt modelId="{D2DCE44A-D2B8-445B-83ED-793075137E5F}" type="pres">
      <dgm:prSet presAssocID="{A0C608F3-7306-4CD6-A96C-3EEDD579337D}" presName="textRect" presStyleLbl="revTx" presStyleIdx="2" presStyleCnt="3">
        <dgm:presLayoutVars>
          <dgm:chMax val="1"/>
          <dgm:chPref val="1"/>
        </dgm:presLayoutVars>
      </dgm:prSet>
      <dgm:spPr/>
    </dgm:pt>
  </dgm:ptLst>
  <dgm:cxnLst>
    <dgm:cxn modelId="{25281614-907E-4EFE-B864-9579F83E7083}" srcId="{3746F040-A1B4-4BA6-8FB7-C492B2379B03}" destId="{D549F35A-EDFD-4981-A5F8-5EF7D9B6316D}" srcOrd="1" destOrd="0" parTransId="{AB6E7DB5-B2F2-475F-8E5B-3F3C32C16CE7}" sibTransId="{CC6D7240-7524-4C4C-8633-FD1A947A022B}"/>
    <dgm:cxn modelId="{67037C36-6AB4-4715-9542-3B517B9BB366}" type="presOf" srcId="{A0C608F3-7306-4CD6-A96C-3EEDD579337D}" destId="{D2DCE44A-D2B8-445B-83ED-793075137E5F}" srcOrd="0" destOrd="0" presId="urn:microsoft.com/office/officeart/2018/5/layout/IconCircleLabelList"/>
    <dgm:cxn modelId="{C1D6BC58-9043-446E-996D-12DA3CE58598}" srcId="{3746F040-A1B4-4BA6-8FB7-C492B2379B03}" destId="{A0C608F3-7306-4CD6-A96C-3EEDD579337D}" srcOrd="2" destOrd="0" parTransId="{39EEF42F-7534-43B8-A4DF-8B84FBA9D665}" sibTransId="{C0A2CC81-B8EC-45E9-AD07-D6C365943668}"/>
    <dgm:cxn modelId="{9560D586-5FFA-43B8-9C4C-01847C98DA7D}" type="presOf" srcId="{D549F35A-EDFD-4981-A5F8-5EF7D9B6316D}" destId="{B178987E-FF40-409A-8210-3BE23876D712}" srcOrd="0" destOrd="0" presId="urn:microsoft.com/office/officeart/2018/5/layout/IconCircleLabelList"/>
    <dgm:cxn modelId="{08198D99-07CB-4743-99C6-B7F239A4BAFC}" srcId="{3746F040-A1B4-4BA6-8FB7-C492B2379B03}" destId="{B9DA3EFF-22CC-45F6-8893-FE9D26DF5FE2}" srcOrd="0" destOrd="0" parTransId="{12A1FA34-8F4A-4F96-B2FE-9FA42673233A}" sibTransId="{2892E4AA-A2AC-4FD6-826C-C8DDB6EC1A90}"/>
    <dgm:cxn modelId="{C13650AA-2587-4EFD-829B-79C9B590E7E9}" type="presOf" srcId="{B9DA3EFF-22CC-45F6-8893-FE9D26DF5FE2}" destId="{52C853CF-455C-49EA-8005-3FFAF9E35F10}" srcOrd="0" destOrd="0" presId="urn:microsoft.com/office/officeart/2018/5/layout/IconCircleLabelList"/>
    <dgm:cxn modelId="{26BCE3DB-FB05-4752-A626-949971B27994}" type="presOf" srcId="{3746F040-A1B4-4BA6-8FB7-C492B2379B03}" destId="{15FE2593-B3C2-44C6-B8CC-B425E6DD8231}" srcOrd="0" destOrd="0" presId="urn:microsoft.com/office/officeart/2018/5/layout/IconCircleLabelList"/>
    <dgm:cxn modelId="{BF869BE4-C10D-4593-9575-1FEC20D8FAFA}" type="presParOf" srcId="{15FE2593-B3C2-44C6-B8CC-B425E6DD8231}" destId="{CA3FE1D1-7C85-425B-A4E7-7ACC02DA5A85}" srcOrd="0" destOrd="0" presId="urn:microsoft.com/office/officeart/2018/5/layout/IconCircleLabelList"/>
    <dgm:cxn modelId="{01FCD6E3-17F7-40F8-8F5C-55CA4E0897AD}" type="presParOf" srcId="{CA3FE1D1-7C85-425B-A4E7-7ACC02DA5A85}" destId="{D7B4B80C-358F-4FF9-8697-0CD5087CA41B}" srcOrd="0" destOrd="0" presId="urn:microsoft.com/office/officeart/2018/5/layout/IconCircleLabelList"/>
    <dgm:cxn modelId="{C1E58E66-3D3F-449E-B5EE-3B4CAA3E09C1}" type="presParOf" srcId="{CA3FE1D1-7C85-425B-A4E7-7ACC02DA5A85}" destId="{1096A4A0-D1E2-4928-8160-5CE252667766}" srcOrd="1" destOrd="0" presId="urn:microsoft.com/office/officeart/2018/5/layout/IconCircleLabelList"/>
    <dgm:cxn modelId="{5A871AB6-259D-4F8D-BEAA-C96DE8023662}" type="presParOf" srcId="{CA3FE1D1-7C85-425B-A4E7-7ACC02DA5A85}" destId="{A7495719-05CA-42FE-873F-7999713544DA}" srcOrd="2" destOrd="0" presId="urn:microsoft.com/office/officeart/2018/5/layout/IconCircleLabelList"/>
    <dgm:cxn modelId="{2ECAE14B-B3BA-4FFD-A1B3-2136254010DE}" type="presParOf" srcId="{CA3FE1D1-7C85-425B-A4E7-7ACC02DA5A85}" destId="{52C853CF-455C-49EA-8005-3FFAF9E35F10}" srcOrd="3" destOrd="0" presId="urn:microsoft.com/office/officeart/2018/5/layout/IconCircleLabelList"/>
    <dgm:cxn modelId="{07500BAD-1440-4D35-BDF6-CA6968A04BDD}" type="presParOf" srcId="{15FE2593-B3C2-44C6-B8CC-B425E6DD8231}" destId="{72D2EDD2-215C-438A-951E-37ED6F7AFF67}" srcOrd="1" destOrd="0" presId="urn:microsoft.com/office/officeart/2018/5/layout/IconCircleLabelList"/>
    <dgm:cxn modelId="{090605FD-1663-43A4-AFAC-2FCAAC1C976F}" type="presParOf" srcId="{15FE2593-B3C2-44C6-B8CC-B425E6DD8231}" destId="{A639623B-2E44-445B-A99A-B0D92986B78B}" srcOrd="2" destOrd="0" presId="urn:microsoft.com/office/officeart/2018/5/layout/IconCircleLabelList"/>
    <dgm:cxn modelId="{3C2585D9-E804-485D-9056-6375F3420B0F}" type="presParOf" srcId="{A639623B-2E44-445B-A99A-B0D92986B78B}" destId="{59E64D52-0D8C-4B1F-A93C-9E3C11D364E3}" srcOrd="0" destOrd="0" presId="urn:microsoft.com/office/officeart/2018/5/layout/IconCircleLabelList"/>
    <dgm:cxn modelId="{92B3EABE-0B32-42D8-95E2-35BE912884CD}" type="presParOf" srcId="{A639623B-2E44-445B-A99A-B0D92986B78B}" destId="{541A31BC-2474-4713-BE81-C0B276C70702}" srcOrd="1" destOrd="0" presId="urn:microsoft.com/office/officeart/2018/5/layout/IconCircleLabelList"/>
    <dgm:cxn modelId="{DAF7ABA1-9BD0-4CF7-BA18-8926F33D6B8C}" type="presParOf" srcId="{A639623B-2E44-445B-A99A-B0D92986B78B}" destId="{3F759D5A-07ED-4A0F-ACCF-A10C23F267DD}" srcOrd="2" destOrd="0" presId="urn:microsoft.com/office/officeart/2018/5/layout/IconCircleLabelList"/>
    <dgm:cxn modelId="{62A270BC-3169-4880-96BC-C420B8D531EE}" type="presParOf" srcId="{A639623B-2E44-445B-A99A-B0D92986B78B}" destId="{B178987E-FF40-409A-8210-3BE23876D712}" srcOrd="3" destOrd="0" presId="urn:microsoft.com/office/officeart/2018/5/layout/IconCircleLabelList"/>
    <dgm:cxn modelId="{3342E663-4C10-458D-8A93-40CFC2FC3CCF}" type="presParOf" srcId="{15FE2593-B3C2-44C6-B8CC-B425E6DD8231}" destId="{14092CDF-321E-46C2-99E5-E4323E1C6EE1}" srcOrd="3" destOrd="0" presId="urn:microsoft.com/office/officeart/2018/5/layout/IconCircleLabelList"/>
    <dgm:cxn modelId="{01BDF798-7F7D-4110-9860-C0EB797C37B7}" type="presParOf" srcId="{15FE2593-B3C2-44C6-B8CC-B425E6DD8231}" destId="{0F9C6E9D-BD3A-4722-92E2-0E9F905D8A63}" srcOrd="4" destOrd="0" presId="urn:microsoft.com/office/officeart/2018/5/layout/IconCircleLabelList"/>
    <dgm:cxn modelId="{89DC0753-6CD6-4EE6-8B2E-58E1416DEBC0}" type="presParOf" srcId="{0F9C6E9D-BD3A-4722-92E2-0E9F905D8A63}" destId="{A0DFF469-F6DC-46ED-8126-223236C269C3}" srcOrd="0" destOrd="0" presId="urn:microsoft.com/office/officeart/2018/5/layout/IconCircleLabelList"/>
    <dgm:cxn modelId="{0CEE0207-3EE5-4791-AA98-50848F09F6DC}" type="presParOf" srcId="{0F9C6E9D-BD3A-4722-92E2-0E9F905D8A63}" destId="{F142AC04-B986-462C-BBFB-48E93DDB0827}" srcOrd="1" destOrd="0" presId="urn:microsoft.com/office/officeart/2018/5/layout/IconCircleLabelList"/>
    <dgm:cxn modelId="{D4EF4368-85B6-4893-97EE-B64448DEED18}" type="presParOf" srcId="{0F9C6E9D-BD3A-4722-92E2-0E9F905D8A63}" destId="{E14425BD-8449-4CBE-A412-CA904528AF9A}" srcOrd="2" destOrd="0" presId="urn:microsoft.com/office/officeart/2018/5/layout/IconCircleLabelList"/>
    <dgm:cxn modelId="{D1CFEC4F-44C8-48DF-9E02-793C3765EDEF}" type="presParOf" srcId="{0F9C6E9D-BD3A-4722-92E2-0E9F905D8A63}" destId="{D2DCE44A-D2B8-445B-83ED-793075137E5F}"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7F388C-B396-45D2-9BFB-1EABF29CB82E}"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3F17D65-8712-40EA-8313-F2E487869036}">
      <dgm:prSet/>
      <dgm:spPr/>
      <dgm:t>
        <a:bodyPr/>
        <a:lstStyle/>
        <a:p>
          <a:pPr>
            <a:defRPr b="1"/>
          </a:pPr>
          <a:r>
            <a:rPr lang="en-US" baseline="0"/>
            <a:t>Time period: Jan 2017 – May 2025.</a:t>
          </a:r>
          <a:endParaRPr lang="en-US"/>
        </a:p>
      </dgm:t>
    </dgm:pt>
    <dgm:pt modelId="{652ABE1C-949F-4738-AD29-D792B21D9F64}" type="parTrans" cxnId="{B699BDAF-382E-4BF9-9644-71445209E1BB}">
      <dgm:prSet/>
      <dgm:spPr/>
      <dgm:t>
        <a:bodyPr/>
        <a:lstStyle/>
        <a:p>
          <a:endParaRPr lang="en-US"/>
        </a:p>
      </dgm:t>
    </dgm:pt>
    <dgm:pt modelId="{6529F586-7242-45D6-BAB1-F40A63A5E7A1}" type="sibTrans" cxnId="{B699BDAF-382E-4BF9-9644-71445209E1BB}">
      <dgm:prSet/>
      <dgm:spPr/>
      <dgm:t>
        <a:bodyPr/>
        <a:lstStyle/>
        <a:p>
          <a:endParaRPr lang="en-US"/>
        </a:p>
      </dgm:t>
    </dgm:pt>
    <dgm:pt modelId="{A490A395-16AA-4C0B-B707-9B0D1A126C86}">
      <dgm:prSet/>
      <dgm:spPr/>
      <dgm:t>
        <a:bodyPr/>
        <a:lstStyle/>
        <a:p>
          <a:pPr>
            <a:defRPr b="1"/>
          </a:pPr>
          <a:r>
            <a:rPr lang="en-US" baseline="0"/>
            <a:t>Sources:</a:t>
          </a:r>
          <a:endParaRPr lang="en-US"/>
        </a:p>
      </dgm:t>
    </dgm:pt>
    <dgm:pt modelId="{AB56ED11-D17D-4132-9F3A-D79F602CD6D3}" type="parTrans" cxnId="{C1F511C0-F107-4391-8353-6BA935C35144}">
      <dgm:prSet/>
      <dgm:spPr/>
      <dgm:t>
        <a:bodyPr/>
        <a:lstStyle/>
        <a:p>
          <a:endParaRPr lang="en-US"/>
        </a:p>
      </dgm:t>
    </dgm:pt>
    <dgm:pt modelId="{387FEB72-126B-4587-8EDD-59572C813BC8}" type="sibTrans" cxnId="{C1F511C0-F107-4391-8353-6BA935C35144}">
      <dgm:prSet/>
      <dgm:spPr/>
      <dgm:t>
        <a:bodyPr/>
        <a:lstStyle/>
        <a:p>
          <a:endParaRPr lang="en-US"/>
        </a:p>
      </dgm:t>
    </dgm:pt>
    <dgm:pt modelId="{FC977153-17D9-4B04-A00A-6ED0E776C561}">
      <dgm:prSet/>
      <dgm:spPr/>
      <dgm:t>
        <a:bodyPr/>
        <a:lstStyle/>
        <a:p>
          <a:r>
            <a:rPr lang="en-US" i="1" baseline="0"/>
            <a:t>Lyrics → Genius (via LyricsGenius).</a:t>
          </a:r>
          <a:endParaRPr lang="en-US"/>
        </a:p>
      </dgm:t>
    </dgm:pt>
    <dgm:pt modelId="{3A49707D-2F2E-49FE-B61E-7BC45F3FA075}" type="parTrans" cxnId="{66EDD890-A21C-40C4-BF1D-C3F1EB30A33A}">
      <dgm:prSet/>
      <dgm:spPr/>
      <dgm:t>
        <a:bodyPr/>
        <a:lstStyle/>
        <a:p>
          <a:endParaRPr lang="en-US"/>
        </a:p>
      </dgm:t>
    </dgm:pt>
    <dgm:pt modelId="{9B09C2B4-28F3-4EE2-9A98-A4E31ADFC940}" type="sibTrans" cxnId="{66EDD890-A21C-40C4-BF1D-C3F1EB30A33A}">
      <dgm:prSet/>
      <dgm:spPr/>
      <dgm:t>
        <a:bodyPr/>
        <a:lstStyle/>
        <a:p>
          <a:endParaRPr lang="en-US"/>
        </a:p>
      </dgm:t>
    </dgm:pt>
    <dgm:pt modelId="{12E3BB46-5E7B-4061-9C9A-AD0A79919CF3}">
      <dgm:prSet/>
      <dgm:spPr/>
      <dgm:t>
        <a:bodyPr/>
        <a:lstStyle/>
        <a:p>
          <a:r>
            <a:rPr lang="en-US" i="1" baseline="0"/>
            <a:t>Chart data → Billboard Hot 100 + Global 200.</a:t>
          </a:r>
          <a:endParaRPr lang="en-US"/>
        </a:p>
      </dgm:t>
    </dgm:pt>
    <dgm:pt modelId="{91F88B17-BC18-44F0-B3DE-DC2E609EF9E9}" type="parTrans" cxnId="{B4A86A06-9E12-4986-BD84-4A2A34945A04}">
      <dgm:prSet/>
      <dgm:spPr/>
      <dgm:t>
        <a:bodyPr/>
        <a:lstStyle/>
        <a:p>
          <a:endParaRPr lang="en-US"/>
        </a:p>
      </dgm:t>
    </dgm:pt>
    <dgm:pt modelId="{6A70EB76-6A44-40DA-92AD-3EB6850BC795}" type="sibTrans" cxnId="{B4A86A06-9E12-4986-BD84-4A2A34945A04}">
      <dgm:prSet/>
      <dgm:spPr/>
      <dgm:t>
        <a:bodyPr/>
        <a:lstStyle/>
        <a:p>
          <a:endParaRPr lang="en-US"/>
        </a:p>
      </dgm:t>
    </dgm:pt>
    <dgm:pt modelId="{FC63A45B-9298-413A-96E5-B0667DE8492E}">
      <dgm:prSet/>
      <dgm:spPr/>
      <dgm:t>
        <a:bodyPr/>
        <a:lstStyle/>
        <a:p>
          <a:pPr>
            <a:defRPr b="1"/>
          </a:pPr>
          <a:r>
            <a:rPr lang="en-US" baseline="0"/>
            <a:t>22 artists total:</a:t>
          </a:r>
          <a:endParaRPr lang="en-US"/>
        </a:p>
      </dgm:t>
    </dgm:pt>
    <dgm:pt modelId="{EC688D01-B06F-4DE5-B6F3-39BF986DA549}" type="parTrans" cxnId="{4C21567D-CF2C-4FD3-8229-FAB5364CC251}">
      <dgm:prSet/>
      <dgm:spPr/>
      <dgm:t>
        <a:bodyPr/>
        <a:lstStyle/>
        <a:p>
          <a:endParaRPr lang="en-US"/>
        </a:p>
      </dgm:t>
    </dgm:pt>
    <dgm:pt modelId="{A73508EA-BDDA-441C-B964-3C55B9EF75EC}" type="sibTrans" cxnId="{4C21567D-CF2C-4FD3-8229-FAB5364CC251}">
      <dgm:prSet/>
      <dgm:spPr/>
      <dgm:t>
        <a:bodyPr/>
        <a:lstStyle/>
        <a:p>
          <a:endParaRPr lang="en-US"/>
        </a:p>
      </dgm:t>
    </dgm:pt>
    <dgm:pt modelId="{A1AA0A0C-BC6A-49DC-B650-2C7EF4D6452C}">
      <dgm:prSet/>
      <dgm:spPr/>
      <dgm:t>
        <a:bodyPr/>
        <a:lstStyle/>
        <a:p>
          <a:r>
            <a:rPr lang="en-US" i="1" baseline="0"/>
            <a:t>Groups: 7 female, 4 male</a:t>
          </a:r>
          <a:endParaRPr lang="en-US"/>
        </a:p>
      </dgm:t>
    </dgm:pt>
    <dgm:pt modelId="{E460D740-8508-45A9-8BE2-F38999CE2C22}" type="parTrans" cxnId="{6C48F40A-8304-48DD-BBB9-1C83CB62882D}">
      <dgm:prSet/>
      <dgm:spPr/>
      <dgm:t>
        <a:bodyPr/>
        <a:lstStyle/>
        <a:p>
          <a:endParaRPr lang="en-US"/>
        </a:p>
      </dgm:t>
    </dgm:pt>
    <dgm:pt modelId="{120C16C4-3B8D-45F3-936A-247003E62C40}" type="sibTrans" cxnId="{6C48F40A-8304-48DD-BBB9-1C83CB62882D}">
      <dgm:prSet/>
      <dgm:spPr/>
      <dgm:t>
        <a:bodyPr/>
        <a:lstStyle/>
        <a:p>
          <a:endParaRPr lang="en-US"/>
        </a:p>
      </dgm:t>
    </dgm:pt>
    <dgm:pt modelId="{9E186360-67C2-4C28-9E19-A21A74B88101}">
      <dgm:prSet/>
      <dgm:spPr/>
      <dgm:t>
        <a:bodyPr/>
        <a:lstStyle/>
        <a:p>
          <a:r>
            <a:rPr lang="en-US" i="1" baseline="0"/>
            <a:t>Soloists: 4 female, 6 male</a:t>
          </a:r>
          <a:endParaRPr lang="en-US"/>
        </a:p>
      </dgm:t>
    </dgm:pt>
    <dgm:pt modelId="{1FD009D4-EBCA-4AE8-B218-8820B23C19E3}" type="parTrans" cxnId="{A324A39B-9C22-4B4D-AD73-4BAE620F72B6}">
      <dgm:prSet/>
      <dgm:spPr/>
      <dgm:t>
        <a:bodyPr/>
        <a:lstStyle/>
        <a:p>
          <a:endParaRPr lang="en-US"/>
        </a:p>
      </dgm:t>
    </dgm:pt>
    <dgm:pt modelId="{7BE90A75-CC39-421C-912F-BBD004032196}" type="sibTrans" cxnId="{A324A39B-9C22-4B4D-AD73-4BAE620F72B6}">
      <dgm:prSet/>
      <dgm:spPr/>
      <dgm:t>
        <a:bodyPr/>
        <a:lstStyle/>
        <a:p>
          <a:endParaRPr lang="en-US"/>
        </a:p>
      </dgm:t>
    </dgm:pt>
    <dgm:pt modelId="{3FB6F434-1707-4A31-8D35-7F20FF5FA2B9}">
      <dgm:prSet/>
      <dgm:spPr/>
      <dgm:t>
        <a:bodyPr/>
        <a:lstStyle/>
        <a:p>
          <a:pPr>
            <a:defRPr b="1"/>
          </a:pPr>
          <a:r>
            <a:rPr lang="en-US" baseline="0"/>
            <a:t>All songs the artists had on either chart (hot 100 or global 200) were retrieved.</a:t>
          </a:r>
          <a:endParaRPr lang="en-US"/>
        </a:p>
      </dgm:t>
    </dgm:pt>
    <dgm:pt modelId="{2FC66C6C-9511-4FE1-B78D-66B2080E5D3B}" type="parTrans" cxnId="{AC113FF1-8A70-4C23-8BC4-E35E0641C5DA}">
      <dgm:prSet/>
      <dgm:spPr/>
      <dgm:t>
        <a:bodyPr/>
        <a:lstStyle/>
        <a:p>
          <a:endParaRPr lang="en-US"/>
        </a:p>
      </dgm:t>
    </dgm:pt>
    <dgm:pt modelId="{607F2DE4-3AAC-4202-9CA1-02EA5E0A40F1}" type="sibTrans" cxnId="{AC113FF1-8A70-4C23-8BC4-E35E0641C5DA}">
      <dgm:prSet/>
      <dgm:spPr/>
      <dgm:t>
        <a:bodyPr/>
        <a:lstStyle/>
        <a:p>
          <a:endParaRPr lang="en-US"/>
        </a:p>
      </dgm:t>
    </dgm:pt>
    <dgm:pt modelId="{9D60753A-AC24-4746-88C7-668DC77795F5}" type="pres">
      <dgm:prSet presAssocID="{3E7F388C-B396-45D2-9BFB-1EABF29CB82E}" presName="root" presStyleCnt="0">
        <dgm:presLayoutVars>
          <dgm:dir/>
          <dgm:resizeHandles val="exact"/>
        </dgm:presLayoutVars>
      </dgm:prSet>
      <dgm:spPr/>
    </dgm:pt>
    <dgm:pt modelId="{BF71C416-0D8E-4026-8C34-3724E796B834}" type="pres">
      <dgm:prSet presAssocID="{E3F17D65-8712-40EA-8313-F2E487869036}" presName="compNode" presStyleCnt="0"/>
      <dgm:spPr/>
    </dgm:pt>
    <dgm:pt modelId="{C9B1141B-2421-4740-BBCD-2737D802793A}" type="pres">
      <dgm:prSet presAssocID="{E3F17D65-8712-40EA-8313-F2E48786903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rglass Finished"/>
        </a:ext>
      </dgm:extLst>
    </dgm:pt>
    <dgm:pt modelId="{B07015DF-94E7-476B-A647-44571390FE42}" type="pres">
      <dgm:prSet presAssocID="{E3F17D65-8712-40EA-8313-F2E487869036}" presName="iconSpace" presStyleCnt="0"/>
      <dgm:spPr/>
    </dgm:pt>
    <dgm:pt modelId="{F45363CE-3CA9-4BF7-A4C5-671062C25275}" type="pres">
      <dgm:prSet presAssocID="{E3F17D65-8712-40EA-8313-F2E487869036}" presName="parTx" presStyleLbl="revTx" presStyleIdx="0" presStyleCnt="8">
        <dgm:presLayoutVars>
          <dgm:chMax val="0"/>
          <dgm:chPref val="0"/>
        </dgm:presLayoutVars>
      </dgm:prSet>
      <dgm:spPr/>
    </dgm:pt>
    <dgm:pt modelId="{52A3372D-154F-41BB-8FCB-D0221BBB86AE}" type="pres">
      <dgm:prSet presAssocID="{E3F17D65-8712-40EA-8313-F2E487869036}" presName="txSpace" presStyleCnt="0"/>
      <dgm:spPr/>
    </dgm:pt>
    <dgm:pt modelId="{D3432A08-35D7-4429-A7E2-5976AC17689D}" type="pres">
      <dgm:prSet presAssocID="{E3F17D65-8712-40EA-8313-F2E487869036}" presName="desTx" presStyleLbl="revTx" presStyleIdx="1" presStyleCnt="8">
        <dgm:presLayoutVars/>
      </dgm:prSet>
      <dgm:spPr/>
    </dgm:pt>
    <dgm:pt modelId="{037274FC-201B-482F-A8B9-7BB63D85AFFE}" type="pres">
      <dgm:prSet presAssocID="{6529F586-7242-45D6-BAB1-F40A63A5E7A1}" presName="sibTrans" presStyleCnt="0"/>
      <dgm:spPr/>
    </dgm:pt>
    <dgm:pt modelId="{F5D7422B-BFDD-4274-8B5A-15A8DDE88530}" type="pres">
      <dgm:prSet presAssocID="{A490A395-16AA-4C0B-B707-9B0D1A126C86}" presName="compNode" presStyleCnt="0"/>
      <dgm:spPr/>
    </dgm:pt>
    <dgm:pt modelId="{E70C4935-7261-468B-A7E2-BE0527A4343D}" type="pres">
      <dgm:prSet presAssocID="{A490A395-16AA-4C0B-B707-9B0D1A126C8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under Magnifying Glass"/>
        </a:ext>
      </dgm:extLst>
    </dgm:pt>
    <dgm:pt modelId="{87DDD7F1-6B33-4753-8376-9A99D1EF6712}" type="pres">
      <dgm:prSet presAssocID="{A490A395-16AA-4C0B-B707-9B0D1A126C86}" presName="iconSpace" presStyleCnt="0"/>
      <dgm:spPr/>
    </dgm:pt>
    <dgm:pt modelId="{D658E143-A940-474B-9ACF-104C23D04599}" type="pres">
      <dgm:prSet presAssocID="{A490A395-16AA-4C0B-B707-9B0D1A126C86}" presName="parTx" presStyleLbl="revTx" presStyleIdx="2" presStyleCnt="8">
        <dgm:presLayoutVars>
          <dgm:chMax val="0"/>
          <dgm:chPref val="0"/>
        </dgm:presLayoutVars>
      </dgm:prSet>
      <dgm:spPr/>
    </dgm:pt>
    <dgm:pt modelId="{DC6AA3C7-34C8-4549-96E4-05F0273E682A}" type="pres">
      <dgm:prSet presAssocID="{A490A395-16AA-4C0B-B707-9B0D1A126C86}" presName="txSpace" presStyleCnt="0"/>
      <dgm:spPr/>
    </dgm:pt>
    <dgm:pt modelId="{D0DFE9E6-DAD7-42D6-90DB-0117D59C3A2E}" type="pres">
      <dgm:prSet presAssocID="{A490A395-16AA-4C0B-B707-9B0D1A126C86}" presName="desTx" presStyleLbl="revTx" presStyleIdx="3" presStyleCnt="8">
        <dgm:presLayoutVars/>
      </dgm:prSet>
      <dgm:spPr/>
    </dgm:pt>
    <dgm:pt modelId="{18D1515A-64CD-4D60-A3FF-E031EA481C3B}" type="pres">
      <dgm:prSet presAssocID="{387FEB72-126B-4587-8EDD-59572C813BC8}" presName="sibTrans" presStyleCnt="0"/>
      <dgm:spPr/>
    </dgm:pt>
    <dgm:pt modelId="{C460787A-3206-4134-B7AF-3FDC9C630DF8}" type="pres">
      <dgm:prSet presAssocID="{FC63A45B-9298-413A-96E5-B0667DE8492E}" presName="compNode" presStyleCnt="0"/>
      <dgm:spPr/>
    </dgm:pt>
    <dgm:pt modelId="{02A4160A-A26B-4055-B6D7-07C0A0E78402}" type="pres">
      <dgm:prSet presAssocID="{FC63A45B-9298-413A-96E5-B0667DE8492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026E5DC-E9BB-42AA-9864-7FA9147BD6E9}" type="pres">
      <dgm:prSet presAssocID="{FC63A45B-9298-413A-96E5-B0667DE8492E}" presName="iconSpace" presStyleCnt="0"/>
      <dgm:spPr/>
    </dgm:pt>
    <dgm:pt modelId="{28882C3B-4EDA-45E7-A56D-0D75804C31CC}" type="pres">
      <dgm:prSet presAssocID="{FC63A45B-9298-413A-96E5-B0667DE8492E}" presName="parTx" presStyleLbl="revTx" presStyleIdx="4" presStyleCnt="8">
        <dgm:presLayoutVars>
          <dgm:chMax val="0"/>
          <dgm:chPref val="0"/>
        </dgm:presLayoutVars>
      </dgm:prSet>
      <dgm:spPr/>
    </dgm:pt>
    <dgm:pt modelId="{EB597B24-2AED-4438-872D-C1FF375B3532}" type="pres">
      <dgm:prSet presAssocID="{FC63A45B-9298-413A-96E5-B0667DE8492E}" presName="txSpace" presStyleCnt="0"/>
      <dgm:spPr/>
    </dgm:pt>
    <dgm:pt modelId="{FA826E8C-0B97-411B-A2DE-03574CFC10DC}" type="pres">
      <dgm:prSet presAssocID="{FC63A45B-9298-413A-96E5-B0667DE8492E}" presName="desTx" presStyleLbl="revTx" presStyleIdx="5" presStyleCnt="8">
        <dgm:presLayoutVars/>
      </dgm:prSet>
      <dgm:spPr/>
    </dgm:pt>
    <dgm:pt modelId="{F9ED72C6-7660-4C64-8581-ABBBFFFB61DB}" type="pres">
      <dgm:prSet presAssocID="{A73508EA-BDDA-441C-B964-3C55B9EF75EC}" presName="sibTrans" presStyleCnt="0"/>
      <dgm:spPr/>
    </dgm:pt>
    <dgm:pt modelId="{818A9E54-3C8F-408D-950C-D913DF1D3F5B}" type="pres">
      <dgm:prSet presAssocID="{3FB6F434-1707-4A31-8D35-7F20FF5FA2B9}" presName="compNode" presStyleCnt="0"/>
      <dgm:spPr/>
    </dgm:pt>
    <dgm:pt modelId="{C8FDBD83-B771-4FBB-8DB9-540F229B538E}" type="pres">
      <dgm:prSet presAssocID="{3FB6F434-1707-4A31-8D35-7F20FF5FA2B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eble clef"/>
        </a:ext>
      </dgm:extLst>
    </dgm:pt>
    <dgm:pt modelId="{5793728C-D63B-453C-A331-624E04DF4DF9}" type="pres">
      <dgm:prSet presAssocID="{3FB6F434-1707-4A31-8D35-7F20FF5FA2B9}" presName="iconSpace" presStyleCnt="0"/>
      <dgm:spPr/>
    </dgm:pt>
    <dgm:pt modelId="{60699F9C-C22A-4101-84B8-BF8C93A4BDE7}" type="pres">
      <dgm:prSet presAssocID="{3FB6F434-1707-4A31-8D35-7F20FF5FA2B9}" presName="parTx" presStyleLbl="revTx" presStyleIdx="6" presStyleCnt="8">
        <dgm:presLayoutVars>
          <dgm:chMax val="0"/>
          <dgm:chPref val="0"/>
        </dgm:presLayoutVars>
      </dgm:prSet>
      <dgm:spPr/>
    </dgm:pt>
    <dgm:pt modelId="{464590A1-8964-4F2A-8639-3675FB85600E}" type="pres">
      <dgm:prSet presAssocID="{3FB6F434-1707-4A31-8D35-7F20FF5FA2B9}" presName="txSpace" presStyleCnt="0"/>
      <dgm:spPr/>
    </dgm:pt>
    <dgm:pt modelId="{EAE1DBB3-FFD6-42F6-BE99-B671CB7C4B36}" type="pres">
      <dgm:prSet presAssocID="{3FB6F434-1707-4A31-8D35-7F20FF5FA2B9}" presName="desTx" presStyleLbl="revTx" presStyleIdx="7" presStyleCnt="8">
        <dgm:presLayoutVars/>
      </dgm:prSet>
      <dgm:spPr/>
    </dgm:pt>
  </dgm:ptLst>
  <dgm:cxnLst>
    <dgm:cxn modelId="{B4A86A06-9E12-4986-BD84-4A2A34945A04}" srcId="{A490A395-16AA-4C0B-B707-9B0D1A126C86}" destId="{12E3BB46-5E7B-4061-9C9A-AD0A79919CF3}" srcOrd="1" destOrd="0" parTransId="{91F88B17-BC18-44F0-B3DE-DC2E609EF9E9}" sibTransId="{6A70EB76-6A44-40DA-92AD-3EB6850BC795}"/>
    <dgm:cxn modelId="{6C48F40A-8304-48DD-BBB9-1C83CB62882D}" srcId="{FC63A45B-9298-413A-96E5-B0667DE8492E}" destId="{A1AA0A0C-BC6A-49DC-B650-2C7EF4D6452C}" srcOrd="0" destOrd="0" parTransId="{E460D740-8508-45A9-8BE2-F38999CE2C22}" sibTransId="{120C16C4-3B8D-45F3-936A-247003E62C40}"/>
    <dgm:cxn modelId="{B8EA5C1B-E3C9-4EE1-AE06-EC4F5CDC4C19}" type="presOf" srcId="{A1AA0A0C-BC6A-49DC-B650-2C7EF4D6452C}" destId="{FA826E8C-0B97-411B-A2DE-03574CFC10DC}" srcOrd="0" destOrd="0" presId="urn:microsoft.com/office/officeart/2018/2/layout/IconLabelDescriptionList"/>
    <dgm:cxn modelId="{8114F836-5B43-48FC-BED3-F1F843815855}" type="presOf" srcId="{FC977153-17D9-4B04-A00A-6ED0E776C561}" destId="{D0DFE9E6-DAD7-42D6-90DB-0117D59C3A2E}" srcOrd="0" destOrd="0" presId="urn:microsoft.com/office/officeart/2018/2/layout/IconLabelDescriptionList"/>
    <dgm:cxn modelId="{439B1A3D-9205-47AB-BE07-D0D5B360260F}" type="presOf" srcId="{12E3BB46-5E7B-4061-9C9A-AD0A79919CF3}" destId="{D0DFE9E6-DAD7-42D6-90DB-0117D59C3A2E}" srcOrd="0" destOrd="1" presId="urn:microsoft.com/office/officeart/2018/2/layout/IconLabelDescriptionList"/>
    <dgm:cxn modelId="{7C7DB255-81DE-479E-B753-3F5BD9692733}" type="presOf" srcId="{FC63A45B-9298-413A-96E5-B0667DE8492E}" destId="{28882C3B-4EDA-45E7-A56D-0D75804C31CC}" srcOrd="0" destOrd="0" presId="urn:microsoft.com/office/officeart/2018/2/layout/IconLabelDescriptionList"/>
    <dgm:cxn modelId="{4C21567D-CF2C-4FD3-8229-FAB5364CC251}" srcId="{3E7F388C-B396-45D2-9BFB-1EABF29CB82E}" destId="{FC63A45B-9298-413A-96E5-B0667DE8492E}" srcOrd="2" destOrd="0" parTransId="{EC688D01-B06F-4DE5-B6F3-39BF986DA549}" sibTransId="{A73508EA-BDDA-441C-B964-3C55B9EF75EC}"/>
    <dgm:cxn modelId="{36E0C78C-46BE-457B-BC51-9B125665A8DD}" type="presOf" srcId="{E3F17D65-8712-40EA-8313-F2E487869036}" destId="{F45363CE-3CA9-4BF7-A4C5-671062C25275}" srcOrd="0" destOrd="0" presId="urn:microsoft.com/office/officeart/2018/2/layout/IconLabelDescriptionList"/>
    <dgm:cxn modelId="{66EDD890-A21C-40C4-BF1D-C3F1EB30A33A}" srcId="{A490A395-16AA-4C0B-B707-9B0D1A126C86}" destId="{FC977153-17D9-4B04-A00A-6ED0E776C561}" srcOrd="0" destOrd="0" parTransId="{3A49707D-2F2E-49FE-B61E-7BC45F3FA075}" sibTransId="{9B09C2B4-28F3-4EE2-9A98-A4E31ADFC940}"/>
    <dgm:cxn modelId="{A324A39B-9C22-4B4D-AD73-4BAE620F72B6}" srcId="{FC63A45B-9298-413A-96E5-B0667DE8492E}" destId="{9E186360-67C2-4C28-9E19-A21A74B88101}" srcOrd="1" destOrd="0" parTransId="{1FD009D4-EBCA-4AE8-B218-8820B23C19E3}" sibTransId="{7BE90A75-CC39-421C-912F-BBD004032196}"/>
    <dgm:cxn modelId="{095467A0-9FE5-48B7-AE74-64E1A81144DA}" type="presOf" srcId="{3FB6F434-1707-4A31-8D35-7F20FF5FA2B9}" destId="{60699F9C-C22A-4101-84B8-BF8C93A4BDE7}" srcOrd="0" destOrd="0" presId="urn:microsoft.com/office/officeart/2018/2/layout/IconLabelDescriptionList"/>
    <dgm:cxn modelId="{B699BDAF-382E-4BF9-9644-71445209E1BB}" srcId="{3E7F388C-B396-45D2-9BFB-1EABF29CB82E}" destId="{E3F17D65-8712-40EA-8313-F2E487869036}" srcOrd="0" destOrd="0" parTransId="{652ABE1C-949F-4738-AD29-D792B21D9F64}" sibTransId="{6529F586-7242-45D6-BAB1-F40A63A5E7A1}"/>
    <dgm:cxn modelId="{C1F511C0-F107-4391-8353-6BA935C35144}" srcId="{3E7F388C-B396-45D2-9BFB-1EABF29CB82E}" destId="{A490A395-16AA-4C0B-B707-9B0D1A126C86}" srcOrd="1" destOrd="0" parTransId="{AB56ED11-D17D-4132-9F3A-D79F602CD6D3}" sibTransId="{387FEB72-126B-4587-8EDD-59572C813BC8}"/>
    <dgm:cxn modelId="{BB3095CD-90E7-4AAD-85AF-B51B4B3E2A36}" type="presOf" srcId="{9E186360-67C2-4C28-9E19-A21A74B88101}" destId="{FA826E8C-0B97-411B-A2DE-03574CFC10DC}" srcOrd="0" destOrd="1" presId="urn:microsoft.com/office/officeart/2018/2/layout/IconLabelDescriptionList"/>
    <dgm:cxn modelId="{AC113FF1-8A70-4C23-8BC4-E35E0641C5DA}" srcId="{3E7F388C-B396-45D2-9BFB-1EABF29CB82E}" destId="{3FB6F434-1707-4A31-8D35-7F20FF5FA2B9}" srcOrd="3" destOrd="0" parTransId="{2FC66C6C-9511-4FE1-B78D-66B2080E5D3B}" sibTransId="{607F2DE4-3AAC-4202-9CA1-02EA5E0A40F1}"/>
    <dgm:cxn modelId="{C933BDF7-F6B6-4899-BEB9-195E4C191F4C}" type="presOf" srcId="{3E7F388C-B396-45D2-9BFB-1EABF29CB82E}" destId="{9D60753A-AC24-4746-88C7-668DC77795F5}" srcOrd="0" destOrd="0" presId="urn:microsoft.com/office/officeart/2018/2/layout/IconLabelDescriptionList"/>
    <dgm:cxn modelId="{72FF81F9-81CA-46D4-B1AD-E4FC2773D4A3}" type="presOf" srcId="{A490A395-16AA-4C0B-B707-9B0D1A126C86}" destId="{D658E143-A940-474B-9ACF-104C23D04599}" srcOrd="0" destOrd="0" presId="urn:microsoft.com/office/officeart/2018/2/layout/IconLabelDescriptionList"/>
    <dgm:cxn modelId="{42ADEFE0-D97A-485F-BA47-31B60A1681A9}" type="presParOf" srcId="{9D60753A-AC24-4746-88C7-668DC77795F5}" destId="{BF71C416-0D8E-4026-8C34-3724E796B834}" srcOrd="0" destOrd="0" presId="urn:microsoft.com/office/officeart/2018/2/layout/IconLabelDescriptionList"/>
    <dgm:cxn modelId="{7C63C933-4517-4010-BDC5-EBFB9B499F57}" type="presParOf" srcId="{BF71C416-0D8E-4026-8C34-3724E796B834}" destId="{C9B1141B-2421-4740-BBCD-2737D802793A}" srcOrd="0" destOrd="0" presId="urn:microsoft.com/office/officeart/2018/2/layout/IconLabelDescriptionList"/>
    <dgm:cxn modelId="{59CBFC27-8ACA-47EC-940C-D92129D5EB4C}" type="presParOf" srcId="{BF71C416-0D8E-4026-8C34-3724E796B834}" destId="{B07015DF-94E7-476B-A647-44571390FE42}" srcOrd="1" destOrd="0" presId="urn:microsoft.com/office/officeart/2018/2/layout/IconLabelDescriptionList"/>
    <dgm:cxn modelId="{186D5BBF-9E56-4894-B332-82F9BE8E0D49}" type="presParOf" srcId="{BF71C416-0D8E-4026-8C34-3724E796B834}" destId="{F45363CE-3CA9-4BF7-A4C5-671062C25275}" srcOrd="2" destOrd="0" presId="urn:microsoft.com/office/officeart/2018/2/layout/IconLabelDescriptionList"/>
    <dgm:cxn modelId="{6F6DF64B-FAEC-450D-BA80-30E12741A798}" type="presParOf" srcId="{BF71C416-0D8E-4026-8C34-3724E796B834}" destId="{52A3372D-154F-41BB-8FCB-D0221BBB86AE}" srcOrd="3" destOrd="0" presId="urn:microsoft.com/office/officeart/2018/2/layout/IconLabelDescriptionList"/>
    <dgm:cxn modelId="{E628CA5A-B085-4943-A614-0AF02A6D76E9}" type="presParOf" srcId="{BF71C416-0D8E-4026-8C34-3724E796B834}" destId="{D3432A08-35D7-4429-A7E2-5976AC17689D}" srcOrd="4" destOrd="0" presId="urn:microsoft.com/office/officeart/2018/2/layout/IconLabelDescriptionList"/>
    <dgm:cxn modelId="{9B9BFA4D-4C37-413D-8151-A34BF3710FED}" type="presParOf" srcId="{9D60753A-AC24-4746-88C7-668DC77795F5}" destId="{037274FC-201B-482F-A8B9-7BB63D85AFFE}" srcOrd="1" destOrd="0" presId="urn:microsoft.com/office/officeart/2018/2/layout/IconLabelDescriptionList"/>
    <dgm:cxn modelId="{ADEEB048-7FFC-4019-8746-2A7A59915F99}" type="presParOf" srcId="{9D60753A-AC24-4746-88C7-668DC77795F5}" destId="{F5D7422B-BFDD-4274-8B5A-15A8DDE88530}" srcOrd="2" destOrd="0" presId="urn:microsoft.com/office/officeart/2018/2/layout/IconLabelDescriptionList"/>
    <dgm:cxn modelId="{DE51A1E3-4A04-4FF2-B89A-D041D3A7EAA9}" type="presParOf" srcId="{F5D7422B-BFDD-4274-8B5A-15A8DDE88530}" destId="{E70C4935-7261-468B-A7E2-BE0527A4343D}" srcOrd="0" destOrd="0" presId="urn:microsoft.com/office/officeart/2018/2/layout/IconLabelDescriptionList"/>
    <dgm:cxn modelId="{BB73EB17-BB2F-4127-A928-913C9DB0E510}" type="presParOf" srcId="{F5D7422B-BFDD-4274-8B5A-15A8DDE88530}" destId="{87DDD7F1-6B33-4753-8376-9A99D1EF6712}" srcOrd="1" destOrd="0" presId="urn:microsoft.com/office/officeart/2018/2/layout/IconLabelDescriptionList"/>
    <dgm:cxn modelId="{4122D9FF-45EB-495C-933D-3758B61BAA21}" type="presParOf" srcId="{F5D7422B-BFDD-4274-8B5A-15A8DDE88530}" destId="{D658E143-A940-474B-9ACF-104C23D04599}" srcOrd="2" destOrd="0" presId="urn:microsoft.com/office/officeart/2018/2/layout/IconLabelDescriptionList"/>
    <dgm:cxn modelId="{16234BFF-3952-4753-BF41-625436851C73}" type="presParOf" srcId="{F5D7422B-BFDD-4274-8B5A-15A8DDE88530}" destId="{DC6AA3C7-34C8-4549-96E4-05F0273E682A}" srcOrd="3" destOrd="0" presId="urn:microsoft.com/office/officeart/2018/2/layout/IconLabelDescriptionList"/>
    <dgm:cxn modelId="{94D69989-02ED-4F74-B1CA-15B02325F362}" type="presParOf" srcId="{F5D7422B-BFDD-4274-8B5A-15A8DDE88530}" destId="{D0DFE9E6-DAD7-42D6-90DB-0117D59C3A2E}" srcOrd="4" destOrd="0" presId="urn:microsoft.com/office/officeart/2018/2/layout/IconLabelDescriptionList"/>
    <dgm:cxn modelId="{010F57FC-5E52-4D78-A55C-7A225DD6042D}" type="presParOf" srcId="{9D60753A-AC24-4746-88C7-668DC77795F5}" destId="{18D1515A-64CD-4D60-A3FF-E031EA481C3B}" srcOrd="3" destOrd="0" presId="urn:microsoft.com/office/officeart/2018/2/layout/IconLabelDescriptionList"/>
    <dgm:cxn modelId="{597690EA-97FA-436E-9522-2A1AB5C65FF2}" type="presParOf" srcId="{9D60753A-AC24-4746-88C7-668DC77795F5}" destId="{C460787A-3206-4134-B7AF-3FDC9C630DF8}" srcOrd="4" destOrd="0" presId="urn:microsoft.com/office/officeart/2018/2/layout/IconLabelDescriptionList"/>
    <dgm:cxn modelId="{A59E93D0-D044-4046-9D97-08E9A6947035}" type="presParOf" srcId="{C460787A-3206-4134-B7AF-3FDC9C630DF8}" destId="{02A4160A-A26B-4055-B6D7-07C0A0E78402}" srcOrd="0" destOrd="0" presId="urn:microsoft.com/office/officeart/2018/2/layout/IconLabelDescriptionList"/>
    <dgm:cxn modelId="{B66E680E-0EA0-4A93-8424-5875354C5F5E}" type="presParOf" srcId="{C460787A-3206-4134-B7AF-3FDC9C630DF8}" destId="{F026E5DC-E9BB-42AA-9864-7FA9147BD6E9}" srcOrd="1" destOrd="0" presId="urn:microsoft.com/office/officeart/2018/2/layout/IconLabelDescriptionList"/>
    <dgm:cxn modelId="{2BABD71A-9516-4E60-BC04-6B0B76787423}" type="presParOf" srcId="{C460787A-3206-4134-B7AF-3FDC9C630DF8}" destId="{28882C3B-4EDA-45E7-A56D-0D75804C31CC}" srcOrd="2" destOrd="0" presId="urn:microsoft.com/office/officeart/2018/2/layout/IconLabelDescriptionList"/>
    <dgm:cxn modelId="{CC22F434-8BA6-40B7-A308-03D8A0DC9D6F}" type="presParOf" srcId="{C460787A-3206-4134-B7AF-3FDC9C630DF8}" destId="{EB597B24-2AED-4438-872D-C1FF375B3532}" srcOrd="3" destOrd="0" presId="urn:microsoft.com/office/officeart/2018/2/layout/IconLabelDescriptionList"/>
    <dgm:cxn modelId="{22717F6D-A151-4543-882A-D340A9A11794}" type="presParOf" srcId="{C460787A-3206-4134-B7AF-3FDC9C630DF8}" destId="{FA826E8C-0B97-411B-A2DE-03574CFC10DC}" srcOrd="4" destOrd="0" presId="urn:microsoft.com/office/officeart/2018/2/layout/IconLabelDescriptionList"/>
    <dgm:cxn modelId="{F5D626D7-BCB1-4B36-981F-BDD4D4E7DCA1}" type="presParOf" srcId="{9D60753A-AC24-4746-88C7-668DC77795F5}" destId="{F9ED72C6-7660-4C64-8581-ABBBFFFB61DB}" srcOrd="5" destOrd="0" presId="urn:microsoft.com/office/officeart/2018/2/layout/IconLabelDescriptionList"/>
    <dgm:cxn modelId="{69937FBD-9B30-4876-8ECD-6045C6E59713}" type="presParOf" srcId="{9D60753A-AC24-4746-88C7-668DC77795F5}" destId="{818A9E54-3C8F-408D-950C-D913DF1D3F5B}" srcOrd="6" destOrd="0" presId="urn:microsoft.com/office/officeart/2018/2/layout/IconLabelDescriptionList"/>
    <dgm:cxn modelId="{19EBDB06-940F-4AD1-8099-8546C570E7E1}" type="presParOf" srcId="{818A9E54-3C8F-408D-950C-D913DF1D3F5B}" destId="{C8FDBD83-B771-4FBB-8DB9-540F229B538E}" srcOrd="0" destOrd="0" presId="urn:microsoft.com/office/officeart/2018/2/layout/IconLabelDescriptionList"/>
    <dgm:cxn modelId="{7B1AFA71-480C-45DE-88DF-9BD6B76258BE}" type="presParOf" srcId="{818A9E54-3C8F-408D-950C-D913DF1D3F5B}" destId="{5793728C-D63B-453C-A331-624E04DF4DF9}" srcOrd="1" destOrd="0" presId="urn:microsoft.com/office/officeart/2018/2/layout/IconLabelDescriptionList"/>
    <dgm:cxn modelId="{2FA72E25-FBEF-4D58-9F7F-5E9A5E188F2D}" type="presParOf" srcId="{818A9E54-3C8F-408D-950C-D913DF1D3F5B}" destId="{60699F9C-C22A-4101-84B8-BF8C93A4BDE7}" srcOrd="2" destOrd="0" presId="urn:microsoft.com/office/officeart/2018/2/layout/IconLabelDescriptionList"/>
    <dgm:cxn modelId="{EC0FCC95-3F6B-4C15-B1D6-5FB1D3DF991F}" type="presParOf" srcId="{818A9E54-3C8F-408D-950C-D913DF1D3F5B}" destId="{464590A1-8964-4F2A-8639-3675FB85600E}" srcOrd="3" destOrd="0" presId="urn:microsoft.com/office/officeart/2018/2/layout/IconLabelDescriptionList"/>
    <dgm:cxn modelId="{B9BA9987-55C3-45CD-9A68-7299C94319BD}" type="presParOf" srcId="{818A9E54-3C8F-408D-950C-D913DF1D3F5B}" destId="{EAE1DBB3-FFD6-42F6-BE99-B671CB7C4B36}" srcOrd="4" destOrd="0" presId="urn:microsoft.com/office/officeart/2018/2/layout/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4BF7F5-F079-488C-A687-96A56C8095CB}"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5C750182-2F50-4B16-A135-DA72F7A1C2A3}">
      <dgm:prSet/>
      <dgm:spPr/>
      <dgm:t>
        <a:bodyPr/>
        <a:lstStyle/>
        <a:p>
          <a:r>
            <a:rPr lang="en-US" baseline="0"/>
            <a:t>Final dataset includes:</a:t>
          </a:r>
          <a:endParaRPr lang="en-US"/>
        </a:p>
      </dgm:t>
    </dgm:pt>
    <dgm:pt modelId="{D731D498-904D-4E36-A566-F10A83D5B3BD}" type="parTrans" cxnId="{88C5C33D-D38C-4103-AAB1-66091C435EE0}">
      <dgm:prSet/>
      <dgm:spPr/>
      <dgm:t>
        <a:bodyPr/>
        <a:lstStyle/>
        <a:p>
          <a:endParaRPr lang="en-US"/>
        </a:p>
      </dgm:t>
    </dgm:pt>
    <dgm:pt modelId="{B1163A61-F469-4D31-9683-C63A1136F217}" type="sibTrans" cxnId="{88C5C33D-D38C-4103-AAB1-66091C435EE0}">
      <dgm:prSet/>
      <dgm:spPr/>
      <dgm:t>
        <a:bodyPr/>
        <a:lstStyle/>
        <a:p>
          <a:endParaRPr lang="en-US"/>
        </a:p>
      </dgm:t>
    </dgm:pt>
    <dgm:pt modelId="{9BA4A0D4-6557-4915-BEE3-810B3555BA2A}">
      <dgm:prSet/>
      <dgm:spPr/>
      <dgm:t>
        <a:bodyPr/>
        <a:lstStyle/>
        <a:p>
          <a:r>
            <a:rPr lang="en-US" i="1" baseline="0"/>
            <a:t>Title</a:t>
          </a:r>
          <a:endParaRPr lang="en-US"/>
        </a:p>
      </dgm:t>
    </dgm:pt>
    <dgm:pt modelId="{77E67638-E580-4A83-A24F-C832B504AC6B}" type="parTrans" cxnId="{02B83DFA-FA87-47BA-BDD4-1CA85D942BA7}">
      <dgm:prSet/>
      <dgm:spPr/>
      <dgm:t>
        <a:bodyPr/>
        <a:lstStyle/>
        <a:p>
          <a:endParaRPr lang="en-US"/>
        </a:p>
      </dgm:t>
    </dgm:pt>
    <dgm:pt modelId="{3267EEB1-737C-487B-81D4-3D6BC4E68DB4}" type="sibTrans" cxnId="{02B83DFA-FA87-47BA-BDD4-1CA85D942BA7}">
      <dgm:prSet/>
      <dgm:spPr/>
      <dgm:t>
        <a:bodyPr/>
        <a:lstStyle/>
        <a:p>
          <a:endParaRPr lang="en-US"/>
        </a:p>
      </dgm:t>
    </dgm:pt>
    <dgm:pt modelId="{7D3B9B11-3448-4D7D-AB04-1FA8A705C835}">
      <dgm:prSet/>
      <dgm:spPr/>
      <dgm:t>
        <a:bodyPr/>
        <a:lstStyle/>
        <a:p>
          <a:r>
            <a:rPr lang="en-US" i="1" baseline="0"/>
            <a:t>Artist gender (M/F)</a:t>
          </a:r>
          <a:endParaRPr lang="en-US"/>
        </a:p>
      </dgm:t>
    </dgm:pt>
    <dgm:pt modelId="{3215C872-418C-43B4-BEE6-FCB3F2BFEB17}" type="parTrans" cxnId="{248524F3-6250-44EE-AB4F-A7FBD90C828B}">
      <dgm:prSet/>
      <dgm:spPr/>
      <dgm:t>
        <a:bodyPr/>
        <a:lstStyle/>
        <a:p>
          <a:endParaRPr lang="en-US"/>
        </a:p>
      </dgm:t>
    </dgm:pt>
    <dgm:pt modelId="{FD9AA04A-167A-4A77-AE4B-2E06FAB55C5B}" type="sibTrans" cxnId="{248524F3-6250-44EE-AB4F-A7FBD90C828B}">
      <dgm:prSet/>
      <dgm:spPr/>
      <dgm:t>
        <a:bodyPr/>
        <a:lstStyle/>
        <a:p>
          <a:endParaRPr lang="en-US"/>
        </a:p>
      </dgm:t>
    </dgm:pt>
    <dgm:pt modelId="{7974EF28-C4BC-4176-AF67-74B31D613EC1}">
      <dgm:prSet/>
      <dgm:spPr/>
      <dgm:t>
        <a:bodyPr/>
        <a:lstStyle/>
        <a:p>
          <a:r>
            <a:rPr lang="en-US" i="1" baseline="0"/>
            <a:t>Category (Group/Solo)</a:t>
          </a:r>
          <a:endParaRPr lang="en-US"/>
        </a:p>
      </dgm:t>
    </dgm:pt>
    <dgm:pt modelId="{D0E1A45E-7A81-45DC-B9FA-E441A5CE86CB}" type="parTrans" cxnId="{EC2576C3-CF4B-4420-A001-AA472B2F6464}">
      <dgm:prSet/>
      <dgm:spPr/>
      <dgm:t>
        <a:bodyPr/>
        <a:lstStyle/>
        <a:p>
          <a:endParaRPr lang="en-US"/>
        </a:p>
      </dgm:t>
    </dgm:pt>
    <dgm:pt modelId="{A13AF26B-5F23-46E2-9942-DD06E828D7A3}" type="sibTrans" cxnId="{EC2576C3-CF4B-4420-A001-AA472B2F6464}">
      <dgm:prSet/>
      <dgm:spPr/>
      <dgm:t>
        <a:bodyPr/>
        <a:lstStyle/>
        <a:p>
          <a:endParaRPr lang="en-US"/>
        </a:p>
      </dgm:t>
    </dgm:pt>
    <dgm:pt modelId="{E3C2163F-5067-47A4-89E1-68F33DCDABBC}">
      <dgm:prSet/>
      <dgm:spPr/>
      <dgm:t>
        <a:bodyPr/>
        <a:lstStyle/>
        <a:p>
          <a:r>
            <a:rPr lang="en-US" i="1" baseline="0"/>
            <a:t>Peak position</a:t>
          </a:r>
          <a:endParaRPr lang="en-US"/>
        </a:p>
      </dgm:t>
    </dgm:pt>
    <dgm:pt modelId="{938CAA93-541D-4F2D-8497-F3BA60B270BA}" type="parTrans" cxnId="{370CB581-94C5-4199-BF90-C019636C93AF}">
      <dgm:prSet/>
      <dgm:spPr/>
      <dgm:t>
        <a:bodyPr/>
        <a:lstStyle/>
        <a:p>
          <a:endParaRPr lang="en-US"/>
        </a:p>
      </dgm:t>
    </dgm:pt>
    <dgm:pt modelId="{8EDE1596-EF4E-4FC5-8A47-D0061B5AFD47}" type="sibTrans" cxnId="{370CB581-94C5-4199-BF90-C019636C93AF}">
      <dgm:prSet/>
      <dgm:spPr/>
      <dgm:t>
        <a:bodyPr/>
        <a:lstStyle/>
        <a:p>
          <a:endParaRPr lang="en-US"/>
        </a:p>
      </dgm:t>
    </dgm:pt>
    <dgm:pt modelId="{94E0C7B6-F774-4373-9584-AC2ED9F545DF}">
      <dgm:prSet/>
      <dgm:spPr/>
      <dgm:t>
        <a:bodyPr/>
        <a:lstStyle/>
        <a:p>
          <a:r>
            <a:rPr lang="en-US" i="1" baseline="0"/>
            <a:t>Weeks on chart</a:t>
          </a:r>
          <a:endParaRPr lang="en-US"/>
        </a:p>
      </dgm:t>
    </dgm:pt>
    <dgm:pt modelId="{A625423A-73D0-43BA-AD3F-461A5048FB24}" type="parTrans" cxnId="{707E19B6-CD13-4B93-81E5-C60878C97E1D}">
      <dgm:prSet/>
      <dgm:spPr/>
      <dgm:t>
        <a:bodyPr/>
        <a:lstStyle/>
        <a:p>
          <a:endParaRPr lang="en-US"/>
        </a:p>
      </dgm:t>
    </dgm:pt>
    <dgm:pt modelId="{3AAAC5CE-CBC1-4F3A-9262-5357BD0F148D}" type="sibTrans" cxnId="{707E19B6-CD13-4B93-81E5-C60878C97E1D}">
      <dgm:prSet/>
      <dgm:spPr/>
      <dgm:t>
        <a:bodyPr/>
        <a:lstStyle/>
        <a:p>
          <a:endParaRPr lang="en-US"/>
        </a:p>
      </dgm:t>
    </dgm:pt>
    <dgm:pt modelId="{62FEC94B-FFC2-4B0D-A41A-5CBF4DC7BD74}">
      <dgm:prSet/>
      <dgm:spPr/>
      <dgm:t>
        <a:bodyPr/>
        <a:lstStyle/>
        <a:p>
          <a:r>
            <a:rPr lang="en-US" i="1" baseline="0"/>
            <a:t>Chart trajectory (time series)</a:t>
          </a:r>
          <a:endParaRPr lang="en-US"/>
        </a:p>
      </dgm:t>
    </dgm:pt>
    <dgm:pt modelId="{2A5AA41E-3A74-4547-A03A-956C329D864E}" type="parTrans" cxnId="{D7384A76-2D75-45DD-ACED-4906F8C87AF6}">
      <dgm:prSet/>
      <dgm:spPr/>
      <dgm:t>
        <a:bodyPr/>
        <a:lstStyle/>
        <a:p>
          <a:endParaRPr lang="en-US"/>
        </a:p>
      </dgm:t>
    </dgm:pt>
    <dgm:pt modelId="{2D9AA29B-B1EC-4AAA-BD68-777D92C7799D}" type="sibTrans" cxnId="{D7384A76-2D75-45DD-ACED-4906F8C87AF6}">
      <dgm:prSet/>
      <dgm:spPr/>
      <dgm:t>
        <a:bodyPr/>
        <a:lstStyle/>
        <a:p>
          <a:endParaRPr lang="en-US"/>
        </a:p>
      </dgm:t>
    </dgm:pt>
    <dgm:pt modelId="{6D12F2DA-8F04-4BEF-8184-789498D0BDDD}">
      <dgm:prSet/>
      <dgm:spPr/>
      <dgm:t>
        <a:bodyPr/>
        <a:lstStyle/>
        <a:p>
          <a:r>
            <a:rPr lang="en-US" i="1" baseline="0"/>
            <a:t>Raw + cleaned lyrics</a:t>
          </a:r>
          <a:endParaRPr lang="en-US"/>
        </a:p>
      </dgm:t>
    </dgm:pt>
    <dgm:pt modelId="{AE2868F1-E64A-497D-B8A6-15EE931F1B0D}" type="parTrans" cxnId="{B8D6D3E3-F626-4F38-BAE2-7865A85F3A61}">
      <dgm:prSet/>
      <dgm:spPr/>
      <dgm:t>
        <a:bodyPr/>
        <a:lstStyle/>
        <a:p>
          <a:endParaRPr lang="en-US"/>
        </a:p>
      </dgm:t>
    </dgm:pt>
    <dgm:pt modelId="{E82A8D1F-86F4-4BF0-96D8-02BE9789CE29}" type="sibTrans" cxnId="{B8D6D3E3-F626-4F38-BAE2-7865A85F3A61}">
      <dgm:prSet/>
      <dgm:spPr/>
      <dgm:t>
        <a:bodyPr/>
        <a:lstStyle/>
        <a:p>
          <a:endParaRPr lang="en-US"/>
        </a:p>
      </dgm:t>
    </dgm:pt>
    <dgm:pt modelId="{7CCF7157-8C03-4184-B4C5-EECF7345E26C}">
      <dgm:prSet/>
      <dgm:spPr/>
      <dgm:t>
        <a:bodyPr/>
        <a:lstStyle/>
        <a:p>
          <a:r>
            <a:rPr lang="en-US" baseline="0"/>
            <a:t>Separate files for Hot 100 and Global 200.</a:t>
          </a:r>
          <a:endParaRPr lang="en-US"/>
        </a:p>
      </dgm:t>
    </dgm:pt>
    <dgm:pt modelId="{21726DD4-4E77-416F-82B9-310954343DC8}" type="parTrans" cxnId="{C79951B3-ACB9-4AE7-9B63-4C887FCAF28B}">
      <dgm:prSet/>
      <dgm:spPr/>
      <dgm:t>
        <a:bodyPr/>
        <a:lstStyle/>
        <a:p>
          <a:endParaRPr lang="en-US"/>
        </a:p>
      </dgm:t>
    </dgm:pt>
    <dgm:pt modelId="{30446FC8-F5B1-4199-841D-469D2384A0EA}" type="sibTrans" cxnId="{C79951B3-ACB9-4AE7-9B63-4C887FCAF28B}">
      <dgm:prSet/>
      <dgm:spPr/>
      <dgm:t>
        <a:bodyPr/>
        <a:lstStyle/>
        <a:p>
          <a:endParaRPr lang="en-US"/>
        </a:p>
      </dgm:t>
    </dgm:pt>
    <dgm:pt modelId="{125EFD33-DDBB-3C48-89B7-0DAE3CBBED18}" type="pres">
      <dgm:prSet presAssocID="{1E4BF7F5-F079-488C-A687-96A56C8095CB}" presName="Name0" presStyleCnt="0">
        <dgm:presLayoutVars>
          <dgm:dir/>
          <dgm:animLvl val="lvl"/>
          <dgm:resizeHandles val="exact"/>
        </dgm:presLayoutVars>
      </dgm:prSet>
      <dgm:spPr/>
    </dgm:pt>
    <dgm:pt modelId="{844414E3-590C-EA48-B98B-0F074454A865}" type="pres">
      <dgm:prSet presAssocID="{7CCF7157-8C03-4184-B4C5-EECF7345E26C}" presName="boxAndChildren" presStyleCnt="0"/>
      <dgm:spPr/>
    </dgm:pt>
    <dgm:pt modelId="{2519BC0A-9A92-AD46-872E-FD48EB7EF7B6}" type="pres">
      <dgm:prSet presAssocID="{7CCF7157-8C03-4184-B4C5-EECF7345E26C}" presName="parentTextBox" presStyleLbl="node1" presStyleIdx="0" presStyleCnt="2"/>
      <dgm:spPr/>
    </dgm:pt>
    <dgm:pt modelId="{8D9735D5-8E32-3742-89CA-FB168F22EF3E}" type="pres">
      <dgm:prSet presAssocID="{B1163A61-F469-4D31-9683-C63A1136F217}" presName="sp" presStyleCnt="0"/>
      <dgm:spPr/>
    </dgm:pt>
    <dgm:pt modelId="{EF1FB1C5-5CEA-3543-9239-CBBC4CBD6A63}" type="pres">
      <dgm:prSet presAssocID="{5C750182-2F50-4B16-A135-DA72F7A1C2A3}" presName="arrowAndChildren" presStyleCnt="0"/>
      <dgm:spPr/>
    </dgm:pt>
    <dgm:pt modelId="{A6B692A0-C14B-2A4A-8438-8E2085E2E1BF}" type="pres">
      <dgm:prSet presAssocID="{5C750182-2F50-4B16-A135-DA72F7A1C2A3}" presName="parentTextArrow" presStyleLbl="node1" presStyleIdx="0" presStyleCnt="2"/>
      <dgm:spPr/>
    </dgm:pt>
    <dgm:pt modelId="{D75735E3-C5E7-E843-BCAB-B279CB7AF5A1}" type="pres">
      <dgm:prSet presAssocID="{5C750182-2F50-4B16-A135-DA72F7A1C2A3}" presName="arrow" presStyleLbl="node1" presStyleIdx="1" presStyleCnt="2"/>
      <dgm:spPr/>
    </dgm:pt>
    <dgm:pt modelId="{D0475D4D-EB09-044C-B832-60742E85EB74}" type="pres">
      <dgm:prSet presAssocID="{5C750182-2F50-4B16-A135-DA72F7A1C2A3}" presName="descendantArrow" presStyleCnt="0"/>
      <dgm:spPr/>
    </dgm:pt>
    <dgm:pt modelId="{2DF92831-0826-4C4E-8286-B756A949FCA8}" type="pres">
      <dgm:prSet presAssocID="{9BA4A0D4-6557-4915-BEE3-810B3555BA2A}" presName="childTextArrow" presStyleLbl="fgAccFollowNode1" presStyleIdx="0" presStyleCnt="7">
        <dgm:presLayoutVars>
          <dgm:bulletEnabled val="1"/>
        </dgm:presLayoutVars>
      </dgm:prSet>
      <dgm:spPr/>
    </dgm:pt>
    <dgm:pt modelId="{B74792B4-AA6E-3249-BA7F-E2C31F6E7597}" type="pres">
      <dgm:prSet presAssocID="{7D3B9B11-3448-4D7D-AB04-1FA8A705C835}" presName="childTextArrow" presStyleLbl="fgAccFollowNode1" presStyleIdx="1" presStyleCnt="7">
        <dgm:presLayoutVars>
          <dgm:bulletEnabled val="1"/>
        </dgm:presLayoutVars>
      </dgm:prSet>
      <dgm:spPr/>
    </dgm:pt>
    <dgm:pt modelId="{32577A72-54CA-9240-A677-E18CE28BC542}" type="pres">
      <dgm:prSet presAssocID="{7974EF28-C4BC-4176-AF67-74B31D613EC1}" presName="childTextArrow" presStyleLbl="fgAccFollowNode1" presStyleIdx="2" presStyleCnt="7">
        <dgm:presLayoutVars>
          <dgm:bulletEnabled val="1"/>
        </dgm:presLayoutVars>
      </dgm:prSet>
      <dgm:spPr/>
    </dgm:pt>
    <dgm:pt modelId="{668E39DF-81CA-0147-BE80-26C8E819E4BE}" type="pres">
      <dgm:prSet presAssocID="{E3C2163F-5067-47A4-89E1-68F33DCDABBC}" presName="childTextArrow" presStyleLbl="fgAccFollowNode1" presStyleIdx="3" presStyleCnt="7">
        <dgm:presLayoutVars>
          <dgm:bulletEnabled val="1"/>
        </dgm:presLayoutVars>
      </dgm:prSet>
      <dgm:spPr/>
    </dgm:pt>
    <dgm:pt modelId="{D9C53F5F-7813-7246-808C-C27558B794DC}" type="pres">
      <dgm:prSet presAssocID="{94E0C7B6-F774-4373-9584-AC2ED9F545DF}" presName="childTextArrow" presStyleLbl="fgAccFollowNode1" presStyleIdx="4" presStyleCnt="7">
        <dgm:presLayoutVars>
          <dgm:bulletEnabled val="1"/>
        </dgm:presLayoutVars>
      </dgm:prSet>
      <dgm:spPr/>
    </dgm:pt>
    <dgm:pt modelId="{5E11424B-65A7-C542-B717-88E482EEC624}" type="pres">
      <dgm:prSet presAssocID="{62FEC94B-FFC2-4B0D-A41A-5CBF4DC7BD74}" presName="childTextArrow" presStyleLbl="fgAccFollowNode1" presStyleIdx="5" presStyleCnt="7">
        <dgm:presLayoutVars>
          <dgm:bulletEnabled val="1"/>
        </dgm:presLayoutVars>
      </dgm:prSet>
      <dgm:spPr/>
    </dgm:pt>
    <dgm:pt modelId="{9482B156-D6EA-DD49-B255-0E52CD9A0F9D}" type="pres">
      <dgm:prSet presAssocID="{6D12F2DA-8F04-4BEF-8184-789498D0BDDD}" presName="childTextArrow" presStyleLbl="fgAccFollowNode1" presStyleIdx="6" presStyleCnt="7">
        <dgm:presLayoutVars>
          <dgm:bulletEnabled val="1"/>
        </dgm:presLayoutVars>
      </dgm:prSet>
      <dgm:spPr/>
    </dgm:pt>
  </dgm:ptLst>
  <dgm:cxnLst>
    <dgm:cxn modelId="{13E9C506-C7E5-D140-9BAD-A29F63A5DE2D}" type="presOf" srcId="{62FEC94B-FFC2-4B0D-A41A-5CBF4DC7BD74}" destId="{5E11424B-65A7-C542-B717-88E482EEC624}" srcOrd="0" destOrd="0" presId="urn:microsoft.com/office/officeart/2005/8/layout/process4"/>
    <dgm:cxn modelId="{41171D2E-57E2-6244-B7D3-48F1A4FE82DC}" type="presOf" srcId="{E3C2163F-5067-47A4-89E1-68F33DCDABBC}" destId="{668E39DF-81CA-0147-BE80-26C8E819E4BE}" srcOrd="0" destOrd="0" presId="urn:microsoft.com/office/officeart/2005/8/layout/process4"/>
    <dgm:cxn modelId="{6D024A3D-6580-F646-8E0B-D16AAE8B119B}" type="presOf" srcId="{7974EF28-C4BC-4176-AF67-74B31D613EC1}" destId="{32577A72-54CA-9240-A677-E18CE28BC542}" srcOrd="0" destOrd="0" presId="urn:microsoft.com/office/officeart/2005/8/layout/process4"/>
    <dgm:cxn modelId="{88C5C33D-D38C-4103-AAB1-66091C435EE0}" srcId="{1E4BF7F5-F079-488C-A687-96A56C8095CB}" destId="{5C750182-2F50-4B16-A135-DA72F7A1C2A3}" srcOrd="0" destOrd="0" parTransId="{D731D498-904D-4E36-A566-F10A83D5B3BD}" sibTransId="{B1163A61-F469-4D31-9683-C63A1136F217}"/>
    <dgm:cxn modelId="{723D8F56-E222-754D-B372-403D9AE5C162}" type="presOf" srcId="{94E0C7B6-F774-4373-9584-AC2ED9F545DF}" destId="{D9C53F5F-7813-7246-808C-C27558B794DC}" srcOrd="0" destOrd="0" presId="urn:microsoft.com/office/officeart/2005/8/layout/process4"/>
    <dgm:cxn modelId="{0F1D3B5E-164C-634B-A476-AA2EE2558CAA}" type="presOf" srcId="{7D3B9B11-3448-4D7D-AB04-1FA8A705C835}" destId="{B74792B4-AA6E-3249-BA7F-E2C31F6E7597}" srcOrd="0" destOrd="0" presId="urn:microsoft.com/office/officeart/2005/8/layout/process4"/>
    <dgm:cxn modelId="{150CB265-F38D-2644-BDF0-F80DE99F9F8D}" type="presOf" srcId="{5C750182-2F50-4B16-A135-DA72F7A1C2A3}" destId="{D75735E3-C5E7-E843-BCAB-B279CB7AF5A1}" srcOrd="1" destOrd="0" presId="urn:microsoft.com/office/officeart/2005/8/layout/process4"/>
    <dgm:cxn modelId="{D7384A76-2D75-45DD-ACED-4906F8C87AF6}" srcId="{5C750182-2F50-4B16-A135-DA72F7A1C2A3}" destId="{62FEC94B-FFC2-4B0D-A41A-5CBF4DC7BD74}" srcOrd="5" destOrd="0" parTransId="{2A5AA41E-3A74-4547-A03A-956C329D864E}" sibTransId="{2D9AA29B-B1EC-4AAA-BD68-777D92C7799D}"/>
    <dgm:cxn modelId="{BBA31879-2991-AA4F-BCC0-AD1021AA9FB9}" type="presOf" srcId="{6D12F2DA-8F04-4BEF-8184-789498D0BDDD}" destId="{9482B156-D6EA-DD49-B255-0E52CD9A0F9D}" srcOrd="0" destOrd="0" presId="urn:microsoft.com/office/officeart/2005/8/layout/process4"/>
    <dgm:cxn modelId="{1A01C980-BC1B-2942-8D26-1230374A1406}" type="presOf" srcId="{9BA4A0D4-6557-4915-BEE3-810B3555BA2A}" destId="{2DF92831-0826-4C4E-8286-B756A949FCA8}" srcOrd="0" destOrd="0" presId="urn:microsoft.com/office/officeart/2005/8/layout/process4"/>
    <dgm:cxn modelId="{370CB581-94C5-4199-BF90-C019636C93AF}" srcId="{5C750182-2F50-4B16-A135-DA72F7A1C2A3}" destId="{E3C2163F-5067-47A4-89E1-68F33DCDABBC}" srcOrd="3" destOrd="0" parTransId="{938CAA93-541D-4F2D-8497-F3BA60B270BA}" sibTransId="{8EDE1596-EF4E-4FC5-8A47-D0061B5AFD47}"/>
    <dgm:cxn modelId="{0FA7B1B2-C44B-BC41-9AE9-96443BA883CF}" type="presOf" srcId="{1E4BF7F5-F079-488C-A687-96A56C8095CB}" destId="{125EFD33-DDBB-3C48-89B7-0DAE3CBBED18}" srcOrd="0" destOrd="0" presId="urn:microsoft.com/office/officeart/2005/8/layout/process4"/>
    <dgm:cxn modelId="{C79951B3-ACB9-4AE7-9B63-4C887FCAF28B}" srcId="{1E4BF7F5-F079-488C-A687-96A56C8095CB}" destId="{7CCF7157-8C03-4184-B4C5-EECF7345E26C}" srcOrd="1" destOrd="0" parTransId="{21726DD4-4E77-416F-82B9-310954343DC8}" sibTransId="{30446FC8-F5B1-4199-841D-469D2384A0EA}"/>
    <dgm:cxn modelId="{707E19B6-CD13-4B93-81E5-C60878C97E1D}" srcId="{5C750182-2F50-4B16-A135-DA72F7A1C2A3}" destId="{94E0C7B6-F774-4373-9584-AC2ED9F545DF}" srcOrd="4" destOrd="0" parTransId="{A625423A-73D0-43BA-AD3F-461A5048FB24}" sibTransId="{3AAAC5CE-CBC1-4F3A-9262-5357BD0F148D}"/>
    <dgm:cxn modelId="{EC2576C3-CF4B-4420-A001-AA472B2F6464}" srcId="{5C750182-2F50-4B16-A135-DA72F7A1C2A3}" destId="{7974EF28-C4BC-4176-AF67-74B31D613EC1}" srcOrd="2" destOrd="0" parTransId="{D0E1A45E-7A81-45DC-B9FA-E441A5CE86CB}" sibTransId="{A13AF26B-5F23-46E2-9942-DD06E828D7A3}"/>
    <dgm:cxn modelId="{A397D9D6-C87F-E34E-954B-A0A6FDEDB290}" type="presOf" srcId="{5C750182-2F50-4B16-A135-DA72F7A1C2A3}" destId="{A6B692A0-C14B-2A4A-8438-8E2085E2E1BF}" srcOrd="0" destOrd="0" presId="urn:microsoft.com/office/officeart/2005/8/layout/process4"/>
    <dgm:cxn modelId="{B8D6D3E3-F626-4F38-BAE2-7865A85F3A61}" srcId="{5C750182-2F50-4B16-A135-DA72F7A1C2A3}" destId="{6D12F2DA-8F04-4BEF-8184-789498D0BDDD}" srcOrd="6" destOrd="0" parTransId="{AE2868F1-E64A-497D-B8A6-15EE931F1B0D}" sibTransId="{E82A8D1F-86F4-4BF0-96D8-02BE9789CE29}"/>
    <dgm:cxn modelId="{248524F3-6250-44EE-AB4F-A7FBD90C828B}" srcId="{5C750182-2F50-4B16-A135-DA72F7A1C2A3}" destId="{7D3B9B11-3448-4D7D-AB04-1FA8A705C835}" srcOrd="1" destOrd="0" parTransId="{3215C872-418C-43B4-BEE6-FCB3F2BFEB17}" sibTransId="{FD9AA04A-167A-4A77-AE4B-2E06FAB55C5B}"/>
    <dgm:cxn modelId="{02B83DFA-FA87-47BA-BDD4-1CA85D942BA7}" srcId="{5C750182-2F50-4B16-A135-DA72F7A1C2A3}" destId="{9BA4A0D4-6557-4915-BEE3-810B3555BA2A}" srcOrd="0" destOrd="0" parTransId="{77E67638-E580-4A83-A24F-C832B504AC6B}" sibTransId="{3267EEB1-737C-487B-81D4-3D6BC4E68DB4}"/>
    <dgm:cxn modelId="{B9FF76FB-4919-CE44-9A85-1476E666C3AD}" type="presOf" srcId="{7CCF7157-8C03-4184-B4C5-EECF7345E26C}" destId="{2519BC0A-9A92-AD46-872E-FD48EB7EF7B6}" srcOrd="0" destOrd="0" presId="urn:microsoft.com/office/officeart/2005/8/layout/process4"/>
    <dgm:cxn modelId="{F17C1CB4-EE80-C84B-BC31-50C04F9C4D64}" type="presParOf" srcId="{125EFD33-DDBB-3C48-89B7-0DAE3CBBED18}" destId="{844414E3-590C-EA48-B98B-0F074454A865}" srcOrd="0" destOrd="0" presId="urn:microsoft.com/office/officeart/2005/8/layout/process4"/>
    <dgm:cxn modelId="{712B7C54-7CC2-4F45-A002-9247425B77C5}" type="presParOf" srcId="{844414E3-590C-EA48-B98B-0F074454A865}" destId="{2519BC0A-9A92-AD46-872E-FD48EB7EF7B6}" srcOrd="0" destOrd="0" presId="urn:microsoft.com/office/officeart/2005/8/layout/process4"/>
    <dgm:cxn modelId="{6A822E58-DE5E-EC4C-86E0-006786EFCEB7}" type="presParOf" srcId="{125EFD33-DDBB-3C48-89B7-0DAE3CBBED18}" destId="{8D9735D5-8E32-3742-89CA-FB168F22EF3E}" srcOrd="1" destOrd="0" presId="urn:microsoft.com/office/officeart/2005/8/layout/process4"/>
    <dgm:cxn modelId="{0C70AC5D-EC4F-164F-B549-66B622BED436}" type="presParOf" srcId="{125EFD33-DDBB-3C48-89B7-0DAE3CBBED18}" destId="{EF1FB1C5-5CEA-3543-9239-CBBC4CBD6A63}" srcOrd="2" destOrd="0" presId="urn:microsoft.com/office/officeart/2005/8/layout/process4"/>
    <dgm:cxn modelId="{6FF5A1E7-DE9C-3D4B-9EF2-4B1CAEA40ECE}" type="presParOf" srcId="{EF1FB1C5-5CEA-3543-9239-CBBC4CBD6A63}" destId="{A6B692A0-C14B-2A4A-8438-8E2085E2E1BF}" srcOrd="0" destOrd="0" presId="urn:microsoft.com/office/officeart/2005/8/layout/process4"/>
    <dgm:cxn modelId="{56B661C6-8FA4-7942-9027-16C99651D2A7}" type="presParOf" srcId="{EF1FB1C5-5CEA-3543-9239-CBBC4CBD6A63}" destId="{D75735E3-C5E7-E843-BCAB-B279CB7AF5A1}" srcOrd="1" destOrd="0" presId="urn:microsoft.com/office/officeart/2005/8/layout/process4"/>
    <dgm:cxn modelId="{5B23E293-254B-1E44-ACC6-092B707DC7A6}" type="presParOf" srcId="{EF1FB1C5-5CEA-3543-9239-CBBC4CBD6A63}" destId="{D0475D4D-EB09-044C-B832-60742E85EB74}" srcOrd="2" destOrd="0" presId="urn:microsoft.com/office/officeart/2005/8/layout/process4"/>
    <dgm:cxn modelId="{E9C9D95A-465D-A341-82A7-64C0302964CB}" type="presParOf" srcId="{D0475D4D-EB09-044C-B832-60742E85EB74}" destId="{2DF92831-0826-4C4E-8286-B756A949FCA8}" srcOrd="0" destOrd="0" presId="urn:microsoft.com/office/officeart/2005/8/layout/process4"/>
    <dgm:cxn modelId="{4F804F30-7826-AF4E-AE00-8031A5043280}" type="presParOf" srcId="{D0475D4D-EB09-044C-B832-60742E85EB74}" destId="{B74792B4-AA6E-3249-BA7F-E2C31F6E7597}" srcOrd="1" destOrd="0" presId="urn:microsoft.com/office/officeart/2005/8/layout/process4"/>
    <dgm:cxn modelId="{256191AD-E24A-AC49-BC69-EA8DE394EB4B}" type="presParOf" srcId="{D0475D4D-EB09-044C-B832-60742E85EB74}" destId="{32577A72-54CA-9240-A677-E18CE28BC542}" srcOrd="2" destOrd="0" presId="urn:microsoft.com/office/officeart/2005/8/layout/process4"/>
    <dgm:cxn modelId="{DBA2C128-5ED8-F24B-93B5-A64FA770A909}" type="presParOf" srcId="{D0475D4D-EB09-044C-B832-60742E85EB74}" destId="{668E39DF-81CA-0147-BE80-26C8E819E4BE}" srcOrd="3" destOrd="0" presId="urn:microsoft.com/office/officeart/2005/8/layout/process4"/>
    <dgm:cxn modelId="{5BF227FE-AC47-684F-AAE5-B18857DB43DC}" type="presParOf" srcId="{D0475D4D-EB09-044C-B832-60742E85EB74}" destId="{D9C53F5F-7813-7246-808C-C27558B794DC}" srcOrd="4" destOrd="0" presId="urn:microsoft.com/office/officeart/2005/8/layout/process4"/>
    <dgm:cxn modelId="{0C22F928-F2DB-5047-B52D-B5711DFBF181}" type="presParOf" srcId="{D0475D4D-EB09-044C-B832-60742E85EB74}" destId="{5E11424B-65A7-C542-B717-88E482EEC624}" srcOrd="5" destOrd="0" presId="urn:microsoft.com/office/officeart/2005/8/layout/process4"/>
    <dgm:cxn modelId="{4D372047-E48A-044F-BFA7-77E5B369D322}" type="presParOf" srcId="{D0475D4D-EB09-044C-B832-60742E85EB74}" destId="{9482B156-D6EA-DD49-B255-0E52CD9A0F9D}" srcOrd="6" destOrd="0" presId="urn:microsoft.com/office/officeart/2005/8/layout/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E6357D4-01D5-48C8-8559-D231832C509B}"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127E14CC-E787-40BD-82E3-9A179E04D85B}">
      <dgm:prSet/>
      <dgm:spPr/>
      <dgm:t>
        <a:bodyPr/>
        <a:lstStyle/>
        <a:p>
          <a:pPr>
            <a:defRPr b="1"/>
          </a:pPr>
          <a:r>
            <a:rPr lang="en-US" baseline="0"/>
            <a:t>Most represented:</a:t>
          </a:r>
          <a:endParaRPr lang="en-US"/>
        </a:p>
      </dgm:t>
    </dgm:pt>
    <dgm:pt modelId="{02D8F20A-9D1B-4EE0-8C94-E726C08A4A53}" type="parTrans" cxnId="{04CC4405-6F7C-43A8-80AF-DD1B7FB85C85}">
      <dgm:prSet/>
      <dgm:spPr/>
      <dgm:t>
        <a:bodyPr/>
        <a:lstStyle/>
        <a:p>
          <a:endParaRPr lang="en-US"/>
        </a:p>
      </dgm:t>
    </dgm:pt>
    <dgm:pt modelId="{AF3D9387-7ABF-4A2F-BAEE-7E3944237637}" type="sibTrans" cxnId="{04CC4405-6F7C-43A8-80AF-DD1B7FB85C85}">
      <dgm:prSet/>
      <dgm:spPr/>
      <dgm:t>
        <a:bodyPr/>
        <a:lstStyle/>
        <a:p>
          <a:endParaRPr lang="en-US"/>
        </a:p>
      </dgm:t>
    </dgm:pt>
    <dgm:pt modelId="{596A235F-C81A-40CE-99BC-C853D1BC87AD}">
      <dgm:prSet/>
      <dgm:spPr/>
      <dgm:t>
        <a:bodyPr/>
        <a:lstStyle/>
        <a:p>
          <a:r>
            <a:rPr lang="en-US" i="1" baseline="0"/>
            <a:t>BTS (29 songs), BLACKPINK (24).</a:t>
          </a:r>
          <a:endParaRPr lang="en-US"/>
        </a:p>
      </dgm:t>
    </dgm:pt>
    <dgm:pt modelId="{C9A3BC03-968A-4768-9D94-71261F54D9EB}" type="parTrans" cxnId="{208F9C75-CA4A-4AB3-A7E0-B099D513DD88}">
      <dgm:prSet/>
      <dgm:spPr/>
      <dgm:t>
        <a:bodyPr/>
        <a:lstStyle/>
        <a:p>
          <a:endParaRPr lang="en-US"/>
        </a:p>
      </dgm:t>
    </dgm:pt>
    <dgm:pt modelId="{345E4C0F-2A1A-4DDD-A489-008BB36ABA28}" type="sibTrans" cxnId="{208F9C75-CA4A-4AB3-A7E0-B099D513DD88}">
      <dgm:prSet/>
      <dgm:spPr/>
      <dgm:t>
        <a:bodyPr/>
        <a:lstStyle/>
        <a:p>
          <a:endParaRPr lang="en-US"/>
        </a:p>
      </dgm:t>
    </dgm:pt>
    <dgm:pt modelId="{92E9B920-E0D6-4923-86FA-B709C124F959}">
      <dgm:prSet/>
      <dgm:spPr/>
      <dgm:t>
        <a:bodyPr/>
        <a:lstStyle/>
        <a:p>
          <a:pPr>
            <a:defRPr b="1"/>
          </a:pPr>
          <a:r>
            <a:rPr lang="en-US" baseline="0"/>
            <a:t>Soloists:</a:t>
          </a:r>
          <a:endParaRPr lang="en-US"/>
        </a:p>
      </dgm:t>
    </dgm:pt>
    <dgm:pt modelId="{F9150656-B223-40D9-8732-32306DCD163F}" type="parTrans" cxnId="{0B681792-046F-4FFF-ACA1-65D3003E1FD5}">
      <dgm:prSet/>
      <dgm:spPr/>
      <dgm:t>
        <a:bodyPr/>
        <a:lstStyle/>
        <a:p>
          <a:endParaRPr lang="en-US"/>
        </a:p>
      </dgm:t>
    </dgm:pt>
    <dgm:pt modelId="{F704BBCB-24E3-48CB-AADA-8D00767139CE}" type="sibTrans" cxnId="{0B681792-046F-4FFF-ACA1-65D3003E1FD5}">
      <dgm:prSet/>
      <dgm:spPr/>
      <dgm:t>
        <a:bodyPr/>
        <a:lstStyle/>
        <a:p>
          <a:endParaRPr lang="en-US"/>
        </a:p>
      </dgm:t>
    </dgm:pt>
    <dgm:pt modelId="{5CE35251-FB2C-4C79-8E03-658E7ACDF958}">
      <dgm:prSet/>
      <dgm:spPr/>
      <dgm:t>
        <a:bodyPr/>
        <a:lstStyle/>
        <a:p>
          <a:r>
            <a:rPr lang="en-US" i="1" baseline="0"/>
            <a:t>V (15), Jungkook (14), Jennie (14).</a:t>
          </a:r>
          <a:endParaRPr lang="en-US"/>
        </a:p>
      </dgm:t>
    </dgm:pt>
    <dgm:pt modelId="{18AF1F4A-DF8D-4CD4-A505-90F6E1725D97}" type="parTrans" cxnId="{52F5526A-4C4A-4BA7-85F6-F2523B65A777}">
      <dgm:prSet/>
      <dgm:spPr/>
      <dgm:t>
        <a:bodyPr/>
        <a:lstStyle/>
        <a:p>
          <a:endParaRPr lang="en-US"/>
        </a:p>
      </dgm:t>
    </dgm:pt>
    <dgm:pt modelId="{F87744E9-A07D-4485-8AF6-1090196E43C8}" type="sibTrans" cxnId="{52F5526A-4C4A-4BA7-85F6-F2523B65A777}">
      <dgm:prSet/>
      <dgm:spPr/>
      <dgm:t>
        <a:bodyPr/>
        <a:lstStyle/>
        <a:p>
          <a:endParaRPr lang="en-US"/>
        </a:p>
      </dgm:t>
    </dgm:pt>
    <dgm:pt modelId="{6AB1EEE6-9EFE-47F4-8DE2-893FF68267E0}">
      <dgm:prSet/>
      <dgm:spPr/>
      <dgm:t>
        <a:bodyPr/>
        <a:lstStyle/>
        <a:p>
          <a:pPr>
            <a:defRPr b="1"/>
          </a:pPr>
          <a:r>
            <a:rPr lang="en-US" baseline="0"/>
            <a:t>Nearly all artists appear on Global 200; </a:t>
          </a:r>
          <a:endParaRPr lang="en-US"/>
        </a:p>
      </dgm:t>
    </dgm:pt>
    <dgm:pt modelId="{DACFD714-A943-484E-8C5B-EC8599E56A6F}" type="parTrans" cxnId="{DF2C485C-31B2-4FF6-91EE-2FF954A013E4}">
      <dgm:prSet/>
      <dgm:spPr/>
      <dgm:t>
        <a:bodyPr/>
        <a:lstStyle/>
        <a:p>
          <a:endParaRPr lang="en-US"/>
        </a:p>
      </dgm:t>
    </dgm:pt>
    <dgm:pt modelId="{0A84602E-76E8-4504-AB27-181DC15A39E8}" type="sibTrans" cxnId="{DF2C485C-31B2-4FF6-91EE-2FF954A013E4}">
      <dgm:prSet/>
      <dgm:spPr/>
      <dgm:t>
        <a:bodyPr/>
        <a:lstStyle/>
        <a:p>
          <a:endParaRPr lang="en-US"/>
        </a:p>
      </dgm:t>
    </dgm:pt>
    <dgm:pt modelId="{C0CE6504-0249-4492-99D9-D5D57870496F}" type="pres">
      <dgm:prSet presAssocID="{BE6357D4-01D5-48C8-8559-D231832C509B}" presName="root" presStyleCnt="0">
        <dgm:presLayoutVars>
          <dgm:dir/>
          <dgm:resizeHandles val="exact"/>
        </dgm:presLayoutVars>
      </dgm:prSet>
      <dgm:spPr/>
    </dgm:pt>
    <dgm:pt modelId="{8D12BAE8-4504-450F-9B42-EB6E3AA9AC57}" type="pres">
      <dgm:prSet presAssocID="{127E14CC-E787-40BD-82E3-9A179E04D85B}" presName="compNode" presStyleCnt="0"/>
      <dgm:spPr/>
    </dgm:pt>
    <dgm:pt modelId="{BDB99E69-1641-4A2E-A77C-8B8496BE73B2}" type="pres">
      <dgm:prSet presAssocID="{127E14CC-E787-40BD-82E3-9A179E04D85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92363EF6-25B9-4A79-8E97-4BC2D2BF97B2}" type="pres">
      <dgm:prSet presAssocID="{127E14CC-E787-40BD-82E3-9A179E04D85B}" presName="iconSpace" presStyleCnt="0"/>
      <dgm:spPr/>
    </dgm:pt>
    <dgm:pt modelId="{06FC42F2-F1FF-4FC4-A226-8543981EC8D4}" type="pres">
      <dgm:prSet presAssocID="{127E14CC-E787-40BD-82E3-9A179E04D85B}" presName="parTx" presStyleLbl="revTx" presStyleIdx="0" presStyleCnt="6">
        <dgm:presLayoutVars>
          <dgm:chMax val="0"/>
          <dgm:chPref val="0"/>
        </dgm:presLayoutVars>
      </dgm:prSet>
      <dgm:spPr/>
    </dgm:pt>
    <dgm:pt modelId="{71CC3267-1BD5-47DC-A5EF-771F829A47E9}" type="pres">
      <dgm:prSet presAssocID="{127E14CC-E787-40BD-82E3-9A179E04D85B}" presName="txSpace" presStyleCnt="0"/>
      <dgm:spPr/>
    </dgm:pt>
    <dgm:pt modelId="{88BA3C72-5812-4961-BC25-B656798235E0}" type="pres">
      <dgm:prSet presAssocID="{127E14CC-E787-40BD-82E3-9A179E04D85B}" presName="desTx" presStyleLbl="revTx" presStyleIdx="1" presStyleCnt="6">
        <dgm:presLayoutVars/>
      </dgm:prSet>
      <dgm:spPr/>
    </dgm:pt>
    <dgm:pt modelId="{25D86721-DBB5-44FE-B7EF-BB605F77659B}" type="pres">
      <dgm:prSet presAssocID="{AF3D9387-7ABF-4A2F-BAEE-7E3944237637}" presName="sibTrans" presStyleCnt="0"/>
      <dgm:spPr/>
    </dgm:pt>
    <dgm:pt modelId="{EAB490BC-41F2-46FE-8009-330596A3A1C4}" type="pres">
      <dgm:prSet presAssocID="{92E9B920-E0D6-4923-86FA-B709C124F959}" presName="compNode" presStyleCnt="0"/>
      <dgm:spPr/>
    </dgm:pt>
    <dgm:pt modelId="{D2C9651F-63D0-421A-BA55-17D71424BEFC}" type="pres">
      <dgm:prSet presAssocID="{92E9B920-E0D6-4923-86FA-B709C124F95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ductor"/>
        </a:ext>
      </dgm:extLst>
    </dgm:pt>
    <dgm:pt modelId="{DE055D25-0B15-4E9A-9FCB-1E29724A1C76}" type="pres">
      <dgm:prSet presAssocID="{92E9B920-E0D6-4923-86FA-B709C124F959}" presName="iconSpace" presStyleCnt="0"/>
      <dgm:spPr/>
    </dgm:pt>
    <dgm:pt modelId="{E5994CDD-5B31-4774-A0D3-6C4BEBF11FF1}" type="pres">
      <dgm:prSet presAssocID="{92E9B920-E0D6-4923-86FA-B709C124F959}" presName="parTx" presStyleLbl="revTx" presStyleIdx="2" presStyleCnt="6">
        <dgm:presLayoutVars>
          <dgm:chMax val="0"/>
          <dgm:chPref val="0"/>
        </dgm:presLayoutVars>
      </dgm:prSet>
      <dgm:spPr/>
    </dgm:pt>
    <dgm:pt modelId="{D861A17E-CA90-42CB-8923-33A62AAB0231}" type="pres">
      <dgm:prSet presAssocID="{92E9B920-E0D6-4923-86FA-B709C124F959}" presName="txSpace" presStyleCnt="0"/>
      <dgm:spPr/>
    </dgm:pt>
    <dgm:pt modelId="{008D6A40-B4C2-408D-B56D-95B7D06E974A}" type="pres">
      <dgm:prSet presAssocID="{92E9B920-E0D6-4923-86FA-B709C124F959}" presName="desTx" presStyleLbl="revTx" presStyleIdx="3" presStyleCnt="6">
        <dgm:presLayoutVars/>
      </dgm:prSet>
      <dgm:spPr/>
    </dgm:pt>
    <dgm:pt modelId="{539CA749-C2A2-4DE3-80B3-814C7A3C9E59}" type="pres">
      <dgm:prSet presAssocID="{F704BBCB-24E3-48CB-AADA-8D00767139CE}" presName="sibTrans" presStyleCnt="0"/>
      <dgm:spPr/>
    </dgm:pt>
    <dgm:pt modelId="{5BE73CF4-70D8-4B05-B4E6-AF06D92627C0}" type="pres">
      <dgm:prSet presAssocID="{6AB1EEE6-9EFE-47F4-8DE2-893FF68267E0}" presName="compNode" presStyleCnt="0"/>
      <dgm:spPr/>
    </dgm:pt>
    <dgm:pt modelId="{CAE2DD76-0C38-4290-9DCB-7074F10A2301}" type="pres">
      <dgm:prSet presAssocID="{6AB1EEE6-9EFE-47F4-8DE2-893FF68267E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asel"/>
        </a:ext>
      </dgm:extLst>
    </dgm:pt>
    <dgm:pt modelId="{50F2B598-9CB4-482A-A0D3-34F0D318032F}" type="pres">
      <dgm:prSet presAssocID="{6AB1EEE6-9EFE-47F4-8DE2-893FF68267E0}" presName="iconSpace" presStyleCnt="0"/>
      <dgm:spPr/>
    </dgm:pt>
    <dgm:pt modelId="{7779F3DD-E69F-4DEF-A371-EE1E9EC1E407}" type="pres">
      <dgm:prSet presAssocID="{6AB1EEE6-9EFE-47F4-8DE2-893FF68267E0}" presName="parTx" presStyleLbl="revTx" presStyleIdx="4" presStyleCnt="6">
        <dgm:presLayoutVars>
          <dgm:chMax val="0"/>
          <dgm:chPref val="0"/>
        </dgm:presLayoutVars>
      </dgm:prSet>
      <dgm:spPr/>
    </dgm:pt>
    <dgm:pt modelId="{D1B77FFE-9E09-48C3-99BD-F6518AE5B049}" type="pres">
      <dgm:prSet presAssocID="{6AB1EEE6-9EFE-47F4-8DE2-893FF68267E0}" presName="txSpace" presStyleCnt="0"/>
      <dgm:spPr/>
    </dgm:pt>
    <dgm:pt modelId="{0DC0D587-3FDD-468F-BB90-21C949E2C9D4}" type="pres">
      <dgm:prSet presAssocID="{6AB1EEE6-9EFE-47F4-8DE2-893FF68267E0}" presName="desTx" presStyleLbl="revTx" presStyleIdx="5" presStyleCnt="6">
        <dgm:presLayoutVars/>
      </dgm:prSet>
      <dgm:spPr/>
    </dgm:pt>
  </dgm:ptLst>
  <dgm:cxnLst>
    <dgm:cxn modelId="{04CC4405-6F7C-43A8-80AF-DD1B7FB85C85}" srcId="{BE6357D4-01D5-48C8-8559-D231832C509B}" destId="{127E14CC-E787-40BD-82E3-9A179E04D85B}" srcOrd="0" destOrd="0" parTransId="{02D8F20A-9D1B-4EE0-8C94-E726C08A4A53}" sibTransId="{AF3D9387-7ABF-4A2F-BAEE-7E3944237637}"/>
    <dgm:cxn modelId="{F591CE0E-160C-4554-86FD-3A773CD4C774}" type="presOf" srcId="{5CE35251-FB2C-4C79-8E03-658E7ACDF958}" destId="{008D6A40-B4C2-408D-B56D-95B7D06E974A}" srcOrd="0" destOrd="0" presId="urn:microsoft.com/office/officeart/2018/5/layout/CenteredIconLabelDescriptionList"/>
    <dgm:cxn modelId="{DF2C485C-31B2-4FF6-91EE-2FF954A013E4}" srcId="{BE6357D4-01D5-48C8-8559-D231832C509B}" destId="{6AB1EEE6-9EFE-47F4-8DE2-893FF68267E0}" srcOrd="2" destOrd="0" parTransId="{DACFD714-A943-484E-8C5B-EC8599E56A6F}" sibTransId="{0A84602E-76E8-4504-AB27-181DC15A39E8}"/>
    <dgm:cxn modelId="{52F5526A-4C4A-4BA7-85F6-F2523B65A777}" srcId="{92E9B920-E0D6-4923-86FA-B709C124F959}" destId="{5CE35251-FB2C-4C79-8E03-658E7ACDF958}" srcOrd="0" destOrd="0" parTransId="{18AF1F4A-DF8D-4CD4-A505-90F6E1725D97}" sibTransId="{F87744E9-A07D-4485-8AF6-1090196E43C8}"/>
    <dgm:cxn modelId="{9272CB70-8858-48BF-B9B3-B281A49A58A5}" type="presOf" srcId="{127E14CC-E787-40BD-82E3-9A179E04D85B}" destId="{06FC42F2-F1FF-4FC4-A226-8543981EC8D4}" srcOrd="0" destOrd="0" presId="urn:microsoft.com/office/officeart/2018/5/layout/CenteredIconLabelDescriptionList"/>
    <dgm:cxn modelId="{208F9C75-CA4A-4AB3-A7E0-B099D513DD88}" srcId="{127E14CC-E787-40BD-82E3-9A179E04D85B}" destId="{596A235F-C81A-40CE-99BC-C853D1BC87AD}" srcOrd="0" destOrd="0" parTransId="{C9A3BC03-968A-4768-9D94-71261F54D9EB}" sibTransId="{345E4C0F-2A1A-4DDD-A489-008BB36ABA28}"/>
    <dgm:cxn modelId="{0B681792-046F-4FFF-ACA1-65D3003E1FD5}" srcId="{BE6357D4-01D5-48C8-8559-D231832C509B}" destId="{92E9B920-E0D6-4923-86FA-B709C124F959}" srcOrd="1" destOrd="0" parTransId="{F9150656-B223-40D9-8732-32306DCD163F}" sibTransId="{F704BBCB-24E3-48CB-AADA-8D00767139CE}"/>
    <dgm:cxn modelId="{590EE9A1-C8D0-4BD1-9496-8D78EB96A3CE}" type="presOf" srcId="{BE6357D4-01D5-48C8-8559-D231832C509B}" destId="{C0CE6504-0249-4492-99D9-D5D57870496F}" srcOrd="0" destOrd="0" presId="urn:microsoft.com/office/officeart/2018/5/layout/CenteredIconLabelDescriptionList"/>
    <dgm:cxn modelId="{CBA816E4-F742-46F2-870B-F74FCB878C82}" type="presOf" srcId="{6AB1EEE6-9EFE-47F4-8DE2-893FF68267E0}" destId="{7779F3DD-E69F-4DEF-A371-EE1E9EC1E407}" srcOrd="0" destOrd="0" presId="urn:microsoft.com/office/officeart/2018/5/layout/CenteredIconLabelDescriptionList"/>
    <dgm:cxn modelId="{BEC68DED-8F77-446C-B101-285201EB892C}" type="presOf" srcId="{92E9B920-E0D6-4923-86FA-B709C124F959}" destId="{E5994CDD-5B31-4774-A0D3-6C4BEBF11FF1}" srcOrd="0" destOrd="0" presId="urn:microsoft.com/office/officeart/2018/5/layout/CenteredIconLabelDescriptionList"/>
    <dgm:cxn modelId="{72E28CF5-A0E0-4B76-A79C-D3FDB3C8B29C}" type="presOf" srcId="{596A235F-C81A-40CE-99BC-C853D1BC87AD}" destId="{88BA3C72-5812-4961-BC25-B656798235E0}" srcOrd="0" destOrd="0" presId="urn:microsoft.com/office/officeart/2018/5/layout/CenteredIconLabelDescriptionList"/>
    <dgm:cxn modelId="{07FDBD99-70AC-4D38-8358-60190E3BCAC4}" type="presParOf" srcId="{C0CE6504-0249-4492-99D9-D5D57870496F}" destId="{8D12BAE8-4504-450F-9B42-EB6E3AA9AC57}" srcOrd="0" destOrd="0" presId="urn:microsoft.com/office/officeart/2018/5/layout/CenteredIconLabelDescriptionList"/>
    <dgm:cxn modelId="{D8DE8410-24FC-4CB3-BA6A-76457FA1CFCC}" type="presParOf" srcId="{8D12BAE8-4504-450F-9B42-EB6E3AA9AC57}" destId="{BDB99E69-1641-4A2E-A77C-8B8496BE73B2}" srcOrd="0" destOrd="0" presId="urn:microsoft.com/office/officeart/2018/5/layout/CenteredIconLabelDescriptionList"/>
    <dgm:cxn modelId="{721C0CF6-3073-4116-97FF-4DB294EEBA8B}" type="presParOf" srcId="{8D12BAE8-4504-450F-9B42-EB6E3AA9AC57}" destId="{92363EF6-25B9-4A79-8E97-4BC2D2BF97B2}" srcOrd="1" destOrd="0" presId="urn:microsoft.com/office/officeart/2018/5/layout/CenteredIconLabelDescriptionList"/>
    <dgm:cxn modelId="{252B481B-8B3D-4BE5-B2F7-4B4CE050418C}" type="presParOf" srcId="{8D12BAE8-4504-450F-9B42-EB6E3AA9AC57}" destId="{06FC42F2-F1FF-4FC4-A226-8543981EC8D4}" srcOrd="2" destOrd="0" presId="urn:microsoft.com/office/officeart/2018/5/layout/CenteredIconLabelDescriptionList"/>
    <dgm:cxn modelId="{49F5DA51-F704-4D01-8521-545B50FA180E}" type="presParOf" srcId="{8D12BAE8-4504-450F-9B42-EB6E3AA9AC57}" destId="{71CC3267-1BD5-47DC-A5EF-771F829A47E9}" srcOrd="3" destOrd="0" presId="urn:microsoft.com/office/officeart/2018/5/layout/CenteredIconLabelDescriptionList"/>
    <dgm:cxn modelId="{56A03B3B-77B9-4E0A-BB58-7915F0A49D1F}" type="presParOf" srcId="{8D12BAE8-4504-450F-9B42-EB6E3AA9AC57}" destId="{88BA3C72-5812-4961-BC25-B656798235E0}" srcOrd="4" destOrd="0" presId="urn:microsoft.com/office/officeart/2018/5/layout/CenteredIconLabelDescriptionList"/>
    <dgm:cxn modelId="{0E72B37D-D947-4CBC-BD4D-0932EA1FD47A}" type="presParOf" srcId="{C0CE6504-0249-4492-99D9-D5D57870496F}" destId="{25D86721-DBB5-44FE-B7EF-BB605F77659B}" srcOrd="1" destOrd="0" presId="urn:microsoft.com/office/officeart/2018/5/layout/CenteredIconLabelDescriptionList"/>
    <dgm:cxn modelId="{A2B90AD3-24C3-433E-82BB-FE0FB435148B}" type="presParOf" srcId="{C0CE6504-0249-4492-99D9-D5D57870496F}" destId="{EAB490BC-41F2-46FE-8009-330596A3A1C4}" srcOrd="2" destOrd="0" presId="urn:microsoft.com/office/officeart/2018/5/layout/CenteredIconLabelDescriptionList"/>
    <dgm:cxn modelId="{D64FFA0D-D7AC-4162-99E5-2856FF0AD856}" type="presParOf" srcId="{EAB490BC-41F2-46FE-8009-330596A3A1C4}" destId="{D2C9651F-63D0-421A-BA55-17D71424BEFC}" srcOrd="0" destOrd="0" presId="urn:microsoft.com/office/officeart/2018/5/layout/CenteredIconLabelDescriptionList"/>
    <dgm:cxn modelId="{3C238BD1-7B48-4907-8497-78E708067348}" type="presParOf" srcId="{EAB490BC-41F2-46FE-8009-330596A3A1C4}" destId="{DE055D25-0B15-4E9A-9FCB-1E29724A1C76}" srcOrd="1" destOrd="0" presId="urn:microsoft.com/office/officeart/2018/5/layout/CenteredIconLabelDescriptionList"/>
    <dgm:cxn modelId="{F8802D38-DA44-4D25-A037-8B5255817548}" type="presParOf" srcId="{EAB490BC-41F2-46FE-8009-330596A3A1C4}" destId="{E5994CDD-5B31-4774-A0D3-6C4BEBF11FF1}" srcOrd="2" destOrd="0" presId="urn:microsoft.com/office/officeart/2018/5/layout/CenteredIconLabelDescriptionList"/>
    <dgm:cxn modelId="{0AF39181-BA4D-4300-B7F6-F86B743826FE}" type="presParOf" srcId="{EAB490BC-41F2-46FE-8009-330596A3A1C4}" destId="{D861A17E-CA90-42CB-8923-33A62AAB0231}" srcOrd="3" destOrd="0" presId="urn:microsoft.com/office/officeart/2018/5/layout/CenteredIconLabelDescriptionList"/>
    <dgm:cxn modelId="{695726FF-0BCE-491F-A732-7077DAC4960B}" type="presParOf" srcId="{EAB490BC-41F2-46FE-8009-330596A3A1C4}" destId="{008D6A40-B4C2-408D-B56D-95B7D06E974A}" srcOrd="4" destOrd="0" presId="urn:microsoft.com/office/officeart/2018/5/layout/CenteredIconLabelDescriptionList"/>
    <dgm:cxn modelId="{7510EF66-CA77-4CA1-9E3F-091F61D4FC2E}" type="presParOf" srcId="{C0CE6504-0249-4492-99D9-D5D57870496F}" destId="{539CA749-C2A2-4DE3-80B3-814C7A3C9E59}" srcOrd="3" destOrd="0" presId="urn:microsoft.com/office/officeart/2018/5/layout/CenteredIconLabelDescriptionList"/>
    <dgm:cxn modelId="{80CB874D-607B-43EC-B5E5-486C455872FB}" type="presParOf" srcId="{C0CE6504-0249-4492-99D9-D5D57870496F}" destId="{5BE73CF4-70D8-4B05-B4E6-AF06D92627C0}" srcOrd="4" destOrd="0" presId="urn:microsoft.com/office/officeart/2018/5/layout/CenteredIconLabelDescriptionList"/>
    <dgm:cxn modelId="{2D98312A-3AF4-48F6-BF6C-43F554CF059B}" type="presParOf" srcId="{5BE73CF4-70D8-4B05-B4E6-AF06D92627C0}" destId="{CAE2DD76-0C38-4290-9DCB-7074F10A2301}" srcOrd="0" destOrd="0" presId="urn:microsoft.com/office/officeart/2018/5/layout/CenteredIconLabelDescriptionList"/>
    <dgm:cxn modelId="{FD6AEF78-4ACE-4A58-863E-8ECDC48BAA70}" type="presParOf" srcId="{5BE73CF4-70D8-4B05-B4E6-AF06D92627C0}" destId="{50F2B598-9CB4-482A-A0D3-34F0D318032F}" srcOrd="1" destOrd="0" presId="urn:microsoft.com/office/officeart/2018/5/layout/CenteredIconLabelDescriptionList"/>
    <dgm:cxn modelId="{922B5F59-8B51-4344-B327-AEBB2D48C2F1}" type="presParOf" srcId="{5BE73CF4-70D8-4B05-B4E6-AF06D92627C0}" destId="{7779F3DD-E69F-4DEF-A371-EE1E9EC1E407}" srcOrd="2" destOrd="0" presId="urn:microsoft.com/office/officeart/2018/5/layout/CenteredIconLabelDescriptionList"/>
    <dgm:cxn modelId="{F2E01489-481E-49BA-9722-FF9A9880853D}" type="presParOf" srcId="{5BE73CF4-70D8-4B05-B4E6-AF06D92627C0}" destId="{D1B77FFE-9E09-48C3-99BD-F6518AE5B049}" srcOrd="3" destOrd="0" presId="urn:microsoft.com/office/officeart/2018/5/layout/CenteredIconLabelDescriptionList"/>
    <dgm:cxn modelId="{D54E22F5-8A98-40AC-BFF1-76C2D705BDB4}" type="presParOf" srcId="{5BE73CF4-70D8-4B05-B4E6-AF06D92627C0}" destId="{0DC0D587-3FDD-468F-BB90-21C949E2C9D4}" srcOrd="4" destOrd="0" presId="urn:microsoft.com/office/officeart/2018/5/layout/Centered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A58A34-C9A3-4EDA-B126-88C4F62B2DFA}"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A4FE17A-BF64-4C3B-A082-7B0E61ACBD8D}">
      <dgm:prSet/>
      <dgm:spPr/>
      <dgm:t>
        <a:bodyPr/>
        <a:lstStyle/>
        <a:p>
          <a:pPr>
            <a:lnSpc>
              <a:spcPct val="100000"/>
            </a:lnSpc>
            <a:defRPr cap="all"/>
          </a:pPr>
          <a:r>
            <a:rPr lang="en-US" baseline="0"/>
            <a:t>Korean Lyric Ratio</a:t>
          </a:r>
          <a:endParaRPr lang="en-US"/>
        </a:p>
      </dgm:t>
    </dgm:pt>
    <dgm:pt modelId="{DAFF9CA1-A23D-4C34-8E57-331BC2D51241}" type="parTrans" cxnId="{C31560C8-BE6E-4B2E-BFDC-5F2827865DED}">
      <dgm:prSet/>
      <dgm:spPr/>
      <dgm:t>
        <a:bodyPr/>
        <a:lstStyle/>
        <a:p>
          <a:endParaRPr lang="en-US"/>
        </a:p>
      </dgm:t>
    </dgm:pt>
    <dgm:pt modelId="{56BDDD16-F3E4-43D7-A8F5-4BF35574380D}" type="sibTrans" cxnId="{C31560C8-BE6E-4B2E-BFDC-5F2827865DED}">
      <dgm:prSet/>
      <dgm:spPr/>
      <dgm:t>
        <a:bodyPr/>
        <a:lstStyle/>
        <a:p>
          <a:pPr>
            <a:lnSpc>
              <a:spcPct val="100000"/>
            </a:lnSpc>
          </a:pPr>
          <a:endParaRPr lang="en-US"/>
        </a:p>
      </dgm:t>
    </dgm:pt>
    <dgm:pt modelId="{F9F8151B-EBBA-4C57-878C-7F8E8B0E75E3}">
      <dgm:prSet/>
      <dgm:spPr/>
      <dgm:t>
        <a:bodyPr/>
        <a:lstStyle/>
        <a:p>
          <a:pPr>
            <a:lnSpc>
              <a:spcPct val="100000"/>
            </a:lnSpc>
            <a:defRPr cap="all"/>
          </a:pPr>
          <a:r>
            <a:rPr lang="en-US" baseline="0"/>
            <a:t>English Lyric Ratio</a:t>
          </a:r>
          <a:endParaRPr lang="en-US"/>
        </a:p>
      </dgm:t>
    </dgm:pt>
    <dgm:pt modelId="{E80EB7EC-219C-4E6A-B974-3E5F8988A74F}" type="parTrans" cxnId="{65123801-4C0C-4D97-9F8F-971E10C29BD1}">
      <dgm:prSet/>
      <dgm:spPr/>
      <dgm:t>
        <a:bodyPr/>
        <a:lstStyle/>
        <a:p>
          <a:endParaRPr lang="en-US"/>
        </a:p>
      </dgm:t>
    </dgm:pt>
    <dgm:pt modelId="{48F0E274-7FC1-4BEC-9E45-48D1AA863849}" type="sibTrans" cxnId="{65123801-4C0C-4D97-9F8F-971E10C29BD1}">
      <dgm:prSet/>
      <dgm:spPr/>
      <dgm:t>
        <a:bodyPr/>
        <a:lstStyle/>
        <a:p>
          <a:pPr>
            <a:lnSpc>
              <a:spcPct val="100000"/>
            </a:lnSpc>
          </a:pPr>
          <a:endParaRPr lang="en-US"/>
        </a:p>
      </dgm:t>
    </dgm:pt>
    <dgm:pt modelId="{97B7F2B7-90D7-47AD-8E8B-E1E5A8CC0DD4}">
      <dgm:prSet/>
      <dgm:spPr/>
      <dgm:t>
        <a:bodyPr/>
        <a:lstStyle/>
        <a:p>
          <a:pPr>
            <a:lnSpc>
              <a:spcPct val="100000"/>
            </a:lnSpc>
            <a:defRPr cap="all"/>
          </a:pPr>
          <a:r>
            <a:rPr lang="en-US" baseline="0"/>
            <a:t>Code-switch count</a:t>
          </a:r>
          <a:endParaRPr lang="en-US"/>
        </a:p>
      </dgm:t>
    </dgm:pt>
    <dgm:pt modelId="{F5CA0EBA-3407-4BA0-BBD7-481B0D2ABB88}" type="parTrans" cxnId="{8D50CDA9-FD83-44C4-A320-C7DEF0CFF451}">
      <dgm:prSet/>
      <dgm:spPr/>
      <dgm:t>
        <a:bodyPr/>
        <a:lstStyle/>
        <a:p>
          <a:endParaRPr lang="en-US"/>
        </a:p>
      </dgm:t>
    </dgm:pt>
    <dgm:pt modelId="{3D775E6E-F756-4162-A272-E1E924F1101E}" type="sibTrans" cxnId="{8D50CDA9-FD83-44C4-A320-C7DEF0CFF451}">
      <dgm:prSet/>
      <dgm:spPr/>
      <dgm:t>
        <a:bodyPr/>
        <a:lstStyle/>
        <a:p>
          <a:pPr>
            <a:lnSpc>
              <a:spcPct val="100000"/>
            </a:lnSpc>
          </a:pPr>
          <a:endParaRPr lang="en-US"/>
        </a:p>
      </dgm:t>
    </dgm:pt>
    <dgm:pt modelId="{F9BC3CED-9739-4002-A06B-ACA0D33DAB0B}">
      <dgm:prSet/>
      <dgm:spPr/>
      <dgm:t>
        <a:bodyPr/>
        <a:lstStyle/>
        <a:p>
          <a:pPr>
            <a:lnSpc>
              <a:spcPct val="100000"/>
            </a:lnSpc>
            <a:defRPr cap="all"/>
          </a:pPr>
          <a:r>
            <a:rPr lang="en-US" baseline="0"/>
            <a:t>Repetition count</a:t>
          </a:r>
          <a:endParaRPr lang="en-US"/>
        </a:p>
      </dgm:t>
    </dgm:pt>
    <dgm:pt modelId="{0D939970-3BC2-46D8-B222-A6CF767FFB7D}" type="parTrans" cxnId="{4187433D-3632-46A6-BDEE-6FD161A215F4}">
      <dgm:prSet/>
      <dgm:spPr/>
      <dgm:t>
        <a:bodyPr/>
        <a:lstStyle/>
        <a:p>
          <a:endParaRPr lang="en-US"/>
        </a:p>
      </dgm:t>
    </dgm:pt>
    <dgm:pt modelId="{5E97D2FA-20F0-4B73-B098-D08501A733B1}" type="sibTrans" cxnId="{4187433D-3632-46A6-BDEE-6FD161A215F4}">
      <dgm:prSet/>
      <dgm:spPr/>
      <dgm:t>
        <a:bodyPr/>
        <a:lstStyle/>
        <a:p>
          <a:pPr>
            <a:lnSpc>
              <a:spcPct val="100000"/>
            </a:lnSpc>
          </a:pPr>
          <a:endParaRPr lang="en-US"/>
        </a:p>
      </dgm:t>
    </dgm:pt>
    <dgm:pt modelId="{A9C3A349-FCF6-4D9C-B7E0-A759AD2F05D8}">
      <dgm:prSet/>
      <dgm:spPr/>
      <dgm:t>
        <a:bodyPr/>
        <a:lstStyle/>
        <a:p>
          <a:pPr>
            <a:lnSpc>
              <a:spcPct val="100000"/>
            </a:lnSpc>
            <a:defRPr cap="all"/>
          </a:pPr>
          <a:r>
            <a:rPr lang="en-US" baseline="0"/>
            <a:t>Alliteration</a:t>
          </a:r>
          <a:endParaRPr lang="en-US"/>
        </a:p>
      </dgm:t>
    </dgm:pt>
    <dgm:pt modelId="{729E495B-9393-45F4-A5B1-ADE4284903AC}" type="parTrans" cxnId="{6876B430-52B6-4499-8254-39324678B77A}">
      <dgm:prSet/>
      <dgm:spPr/>
      <dgm:t>
        <a:bodyPr/>
        <a:lstStyle/>
        <a:p>
          <a:endParaRPr lang="en-US"/>
        </a:p>
      </dgm:t>
    </dgm:pt>
    <dgm:pt modelId="{CE4B90AB-7283-4283-B850-5C3EE8D327C2}" type="sibTrans" cxnId="{6876B430-52B6-4499-8254-39324678B77A}">
      <dgm:prSet/>
      <dgm:spPr/>
      <dgm:t>
        <a:bodyPr/>
        <a:lstStyle/>
        <a:p>
          <a:pPr>
            <a:lnSpc>
              <a:spcPct val="100000"/>
            </a:lnSpc>
          </a:pPr>
          <a:endParaRPr lang="en-US"/>
        </a:p>
      </dgm:t>
    </dgm:pt>
    <dgm:pt modelId="{6104FFC9-8582-4CC1-9725-FC7855689832}">
      <dgm:prSet/>
      <dgm:spPr/>
      <dgm:t>
        <a:bodyPr/>
        <a:lstStyle/>
        <a:p>
          <a:pPr>
            <a:lnSpc>
              <a:spcPct val="100000"/>
            </a:lnSpc>
            <a:defRPr cap="all"/>
          </a:pPr>
          <a:r>
            <a:rPr lang="en-US" baseline="0"/>
            <a:t>Filler words (“oh,” “yeah,” “la,” etc.)</a:t>
          </a:r>
          <a:endParaRPr lang="en-US"/>
        </a:p>
      </dgm:t>
    </dgm:pt>
    <dgm:pt modelId="{0ACE2119-0C15-405D-832B-77116DD2B693}" type="parTrans" cxnId="{CDBA0F96-A0C3-4537-A53F-90BB6ADE9FD2}">
      <dgm:prSet/>
      <dgm:spPr/>
      <dgm:t>
        <a:bodyPr/>
        <a:lstStyle/>
        <a:p>
          <a:endParaRPr lang="en-US"/>
        </a:p>
      </dgm:t>
    </dgm:pt>
    <dgm:pt modelId="{7C7F7268-A9B1-4B81-A29C-9DB60055792A}" type="sibTrans" cxnId="{CDBA0F96-A0C3-4537-A53F-90BB6ADE9FD2}">
      <dgm:prSet/>
      <dgm:spPr/>
      <dgm:t>
        <a:bodyPr/>
        <a:lstStyle/>
        <a:p>
          <a:pPr>
            <a:lnSpc>
              <a:spcPct val="100000"/>
            </a:lnSpc>
          </a:pPr>
          <a:endParaRPr lang="en-US"/>
        </a:p>
      </dgm:t>
    </dgm:pt>
    <dgm:pt modelId="{2FC5B6AC-20B2-47C4-93EA-319CA07BCC90}">
      <dgm:prSet/>
      <dgm:spPr/>
      <dgm:t>
        <a:bodyPr/>
        <a:lstStyle/>
        <a:p>
          <a:pPr>
            <a:lnSpc>
              <a:spcPct val="100000"/>
            </a:lnSpc>
            <a:defRPr cap="all"/>
          </a:pPr>
          <a:r>
            <a:rPr lang="en-US" baseline="0"/>
            <a:t>Combined with multilingual embeddings for the classification task.</a:t>
          </a:r>
          <a:endParaRPr lang="en-US"/>
        </a:p>
      </dgm:t>
    </dgm:pt>
    <dgm:pt modelId="{9E4B05BF-50B3-41A5-81ED-E5B194573856}" type="parTrans" cxnId="{579B74C0-85B4-443A-90FB-28021BE6678C}">
      <dgm:prSet/>
      <dgm:spPr/>
      <dgm:t>
        <a:bodyPr/>
        <a:lstStyle/>
        <a:p>
          <a:endParaRPr lang="en-US"/>
        </a:p>
      </dgm:t>
    </dgm:pt>
    <dgm:pt modelId="{26255470-0407-4A36-A923-8F0B511EEE91}" type="sibTrans" cxnId="{579B74C0-85B4-443A-90FB-28021BE6678C}">
      <dgm:prSet/>
      <dgm:spPr/>
      <dgm:t>
        <a:bodyPr/>
        <a:lstStyle/>
        <a:p>
          <a:endParaRPr lang="en-US"/>
        </a:p>
      </dgm:t>
    </dgm:pt>
    <dgm:pt modelId="{52BCE823-371C-4AC4-9FCE-7F95E5E85F68}" type="pres">
      <dgm:prSet presAssocID="{45A58A34-C9A3-4EDA-B126-88C4F62B2DFA}" presName="root" presStyleCnt="0">
        <dgm:presLayoutVars>
          <dgm:dir/>
          <dgm:resizeHandles val="exact"/>
        </dgm:presLayoutVars>
      </dgm:prSet>
      <dgm:spPr/>
    </dgm:pt>
    <dgm:pt modelId="{30547B65-E114-4F78-A68C-E8816A917133}" type="pres">
      <dgm:prSet presAssocID="{7A4FE17A-BF64-4C3B-A082-7B0E61ACBD8D}" presName="compNode" presStyleCnt="0"/>
      <dgm:spPr/>
    </dgm:pt>
    <dgm:pt modelId="{E495CFF2-81C5-4256-99EC-ED7929E24FB4}" type="pres">
      <dgm:prSet presAssocID="{7A4FE17A-BF64-4C3B-A082-7B0E61ACBD8D}" presName="iconBgRect" presStyleLbl="bgShp" presStyleIdx="0" presStyleCnt="7"/>
      <dgm:spPr>
        <a:prstGeom prst="round2DiagRect">
          <a:avLst>
            <a:gd name="adj1" fmla="val 29727"/>
            <a:gd name="adj2" fmla="val 0"/>
          </a:avLst>
        </a:prstGeom>
      </dgm:spPr>
    </dgm:pt>
    <dgm:pt modelId="{A7BB0CAD-6E46-4F09-A92E-A465EA56B6F4}" type="pres">
      <dgm:prSet presAssocID="{7A4FE17A-BF64-4C3B-A082-7B0E61ACBD8D}"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a:ext>
      </dgm:extLst>
    </dgm:pt>
    <dgm:pt modelId="{32EE92FE-E82E-48DB-B5D8-DF6EBAB7C251}" type="pres">
      <dgm:prSet presAssocID="{7A4FE17A-BF64-4C3B-A082-7B0E61ACBD8D}" presName="spaceRect" presStyleCnt="0"/>
      <dgm:spPr/>
    </dgm:pt>
    <dgm:pt modelId="{FDEBE90F-A780-44E0-8714-4B768FEC2E58}" type="pres">
      <dgm:prSet presAssocID="{7A4FE17A-BF64-4C3B-A082-7B0E61ACBD8D}" presName="textRect" presStyleLbl="revTx" presStyleIdx="0" presStyleCnt="7">
        <dgm:presLayoutVars>
          <dgm:chMax val="1"/>
          <dgm:chPref val="1"/>
        </dgm:presLayoutVars>
      </dgm:prSet>
      <dgm:spPr/>
    </dgm:pt>
    <dgm:pt modelId="{44A73A06-ED5D-4223-8C61-94913D47A453}" type="pres">
      <dgm:prSet presAssocID="{56BDDD16-F3E4-43D7-A8F5-4BF35574380D}" presName="sibTrans" presStyleCnt="0"/>
      <dgm:spPr/>
    </dgm:pt>
    <dgm:pt modelId="{9E642221-EEC4-45CF-9DC9-1D1EE8B2C860}" type="pres">
      <dgm:prSet presAssocID="{F9F8151B-EBBA-4C57-878C-7F8E8B0E75E3}" presName="compNode" presStyleCnt="0"/>
      <dgm:spPr/>
    </dgm:pt>
    <dgm:pt modelId="{EB2EFED3-BE3C-4367-BADE-F1D3B768B107}" type="pres">
      <dgm:prSet presAssocID="{F9F8151B-EBBA-4C57-878C-7F8E8B0E75E3}" presName="iconBgRect" presStyleLbl="bgShp" presStyleIdx="1" presStyleCnt="7"/>
      <dgm:spPr>
        <a:prstGeom prst="round2DiagRect">
          <a:avLst>
            <a:gd name="adj1" fmla="val 29727"/>
            <a:gd name="adj2" fmla="val 0"/>
          </a:avLst>
        </a:prstGeom>
      </dgm:spPr>
    </dgm:pt>
    <dgm:pt modelId="{8B889BEB-5BE2-4E21-9171-D9EA818DE7B6}" type="pres">
      <dgm:prSet presAssocID="{F9F8151B-EBBA-4C57-878C-7F8E8B0E75E3}"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8EA8F195-565B-4738-B936-37D4FE8A8EB2}" type="pres">
      <dgm:prSet presAssocID="{F9F8151B-EBBA-4C57-878C-7F8E8B0E75E3}" presName="spaceRect" presStyleCnt="0"/>
      <dgm:spPr/>
    </dgm:pt>
    <dgm:pt modelId="{091C02D9-911E-4206-B2D3-B2DF0D8859E8}" type="pres">
      <dgm:prSet presAssocID="{F9F8151B-EBBA-4C57-878C-7F8E8B0E75E3}" presName="textRect" presStyleLbl="revTx" presStyleIdx="1" presStyleCnt="7">
        <dgm:presLayoutVars>
          <dgm:chMax val="1"/>
          <dgm:chPref val="1"/>
        </dgm:presLayoutVars>
      </dgm:prSet>
      <dgm:spPr/>
    </dgm:pt>
    <dgm:pt modelId="{5EB9FA97-110C-4424-83E8-4954B6709214}" type="pres">
      <dgm:prSet presAssocID="{48F0E274-7FC1-4BEC-9E45-48D1AA863849}" presName="sibTrans" presStyleCnt="0"/>
      <dgm:spPr/>
    </dgm:pt>
    <dgm:pt modelId="{EFDA2F91-12DB-45F2-870A-B30D116CD419}" type="pres">
      <dgm:prSet presAssocID="{97B7F2B7-90D7-47AD-8E8B-E1E5A8CC0DD4}" presName="compNode" presStyleCnt="0"/>
      <dgm:spPr/>
    </dgm:pt>
    <dgm:pt modelId="{38104254-AD14-4F5B-BC57-A88949B92F6E}" type="pres">
      <dgm:prSet presAssocID="{97B7F2B7-90D7-47AD-8E8B-E1E5A8CC0DD4}" presName="iconBgRect" presStyleLbl="bgShp" presStyleIdx="2" presStyleCnt="7"/>
      <dgm:spPr>
        <a:prstGeom prst="round2DiagRect">
          <a:avLst>
            <a:gd name="adj1" fmla="val 29727"/>
            <a:gd name="adj2" fmla="val 0"/>
          </a:avLst>
        </a:prstGeom>
      </dgm:spPr>
    </dgm:pt>
    <dgm:pt modelId="{8AD9FF03-EDAE-49F1-AF5A-B05A355E70A5}" type="pres">
      <dgm:prSet presAssocID="{97B7F2B7-90D7-47AD-8E8B-E1E5A8CC0DD4}"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1B34F7D5-5334-41EA-A25A-F41DD50D43A1}" type="pres">
      <dgm:prSet presAssocID="{97B7F2B7-90D7-47AD-8E8B-E1E5A8CC0DD4}" presName="spaceRect" presStyleCnt="0"/>
      <dgm:spPr/>
    </dgm:pt>
    <dgm:pt modelId="{F5DCE693-8AA5-440B-8A9C-1120F17AC765}" type="pres">
      <dgm:prSet presAssocID="{97B7F2B7-90D7-47AD-8E8B-E1E5A8CC0DD4}" presName="textRect" presStyleLbl="revTx" presStyleIdx="2" presStyleCnt="7">
        <dgm:presLayoutVars>
          <dgm:chMax val="1"/>
          <dgm:chPref val="1"/>
        </dgm:presLayoutVars>
      </dgm:prSet>
      <dgm:spPr/>
    </dgm:pt>
    <dgm:pt modelId="{60AA4437-8A93-4828-B513-B35213EBA76E}" type="pres">
      <dgm:prSet presAssocID="{3D775E6E-F756-4162-A272-E1E924F1101E}" presName="sibTrans" presStyleCnt="0"/>
      <dgm:spPr/>
    </dgm:pt>
    <dgm:pt modelId="{2D1E3851-B138-4789-8791-A3E607EEC7D4}" type="pres">
      <dgm:prSet presAssocID="{F9BC3CED-9739-4002-A06B-ACA0D33DAB0B}" presName="compNode" presStyleCnt="0"/>
      <dgm:spPr/>
    </dgm:pt>
    <dgm:pt modelId="{E5DAE4EB-6F1E-4E12-B392-4AB699E03564}" type="pres">
      <dgm:prSet presAssocID="{F9BC3CED-9739-4002-A06B-ACA0D33DAB0B}" presName="iconBgRect" presStyleLbl="bgShp" presStyleIdx="3" presStyleCnt="7"/>
      <dgm:spPr>
        <a:prstGeom prst="round2DiagRect">
          <a:avLst>
            <a:gd name="adj1" fmla="val 29727"/>
            <a:gd name="adj2" fmla="val 0"/>
          </a:avLst>
        </a:prstGeom>
      </dgm:spPr>
    </dgm:pt>
    <dgm:pt modelId="{0BC2B76E-0C97-4B03-A734-F3FBC6837B05}" type="pres">
      <dgm:prSet presAssocID="{F9BC3CED-9739-4002-A06B-ACA0D33DAB0B}"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eat"/>
        </a:ext>
      </dgm:extLst>
    </dgm:pt>
    <dgm:pt modelId="{806639D6-58CE-4F73-9513-38E685B24866}" type="pres">
      <dgm:prSet presAssocID="{F9BC3CED-9739-4002-A06B-ACA0D33DAB0B}" presName="spaceRect" presStyleCnt="0"/>
      <dgm:spPr/>
    </dgm:pt>
    <dgm:pt modelId="{947C91A3-6372-492C-9846-EDB035200DC6}" type="pres">
      <dgm:prSet presAssocID="{F9BC3CED-9739-4002-A06B-ACA0D33DAB0B}" presName="textRect" presStyleLbl="revTx" presStyleIdx="3" presStyleCnt="7">
        <dgm:presLayoutVars>
          <dgm:chMax val="1"/>
          <dgm:chPref val="1"/>
        </dgm:presLayoutVars>
      </dgm:prSet>
      <dgm:spPr/>
    </dgm:pt>
    <dgm:pt modelId="{6408471B-E832-4B9F-B305-E530831A887B}" type="pres">
      <dgm:prSet presAssocID="{5E97D2FA-20F0-4B73-B098-D08501A733B1}" presName="sibTrans" presStyleCnt="0"/>
      <dgm:spPr/>
    </dgm:pt>
    <dgm:pt modelId="{630A396B-FC3C-4F93-920B-6794EEEAB2AA}" type="pres">
      <dgm:prSet presAssocID="{A9C3A349-FCF6-4D9C-B7E0-A759AD2F05D8}" presName="compNode" presStyleCnt="0"/>
      <dgm:spPr/>
    </dgm:pt>
    <dgm:pt modelId="{8195D2D8-507B-413A-A304-03BD8E06C736}" type="pres">
      <dgm:prSet presAssocID="{A9C3A349-FCF6-4D9C-B7E0-A759AD2F05D8}" presName="iconBgRect" presStyleLbl="bgShp" presStyleIdx="4" presStyleCnt="7"/>
      <dgm:spPr>
        <a:prstGeom prst="round2DiagRect">
          <a:avLst>
            <a:gd name="adj1" fmla="val 29727"/>
            <a:gd name="adj2" fmla="val 0"/>
          </a:avLst>
        </a:prstGeom>
      </dgm:spPr>
    </dgm:pt>
    <dgm:pt modelId="{D644D896-6BE9-4567-AF4B-B23C836B9A39}" type="pres">
      <dgm:prSet presAssocID="{A9C3A349-FCF6-4D9C-B7E0-A759AD2F05D8}"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No sign"/>
        </a:ext>
      </dgm:extLst>
    </dgm:pt>
    <dgm:pt modelId="{7D8F9A8C-77D5-4C64-8587-BE3E1022E050}" type="pres">
      <dgm:prSet presAssocID="{A9C3A349-FCF6-4D9C-B7E0-A759AD2F05D8}" presName="spaceRect" presStyleCnt="0"/>
      <dgm:spPr/>
    </dgm:pt>
    <dgm:pt modelId="{135E273A-FD3B-4E1A-97B8-23B80503FEE7}" type="pres">
      <dgm:prSet presAssocID="{A9C3A349-FCF6-4D9C-B7E0-A759AD2F05D8}" presName="textRect" presStyleLbl="revTx" presStyleIdx="4" presStyleCnt="7">
        <dgm:presLayoutVars>
          <dgm:chMax val="1"/>
          <dgm:chPref val="1"/>
        </dgm:presLayoutVars>
      </dgm:prSet>
      <dgm:spPr/>
    </dgm:pt>
    <dgm:pt modelId="{3E9352D8-0AD3-4001-8054-67464A0A428C}" type="pres">
      <dgm:prSet presAssocID="{CE4B90AB-7283-4283-B850-5C3EE8D327C2}" presName="sibTrans" presStyleCnt="0"/>
      <dgm:spPr/>
    </dgm:pt>
    <dgm:pt modelId="{1E653C7A-7F92-4F4E-8983-9C3B9976B54A}" type="pres">
      <dgm:prSet presAssocID="{6104FFC9-8582-4CC1-9725-FC7855689832}" presName="compNode" presStyleCnt="0"/>
      <dgm:spPr/>
    </dgm:pt>
    <dgm:pt modelId="{D91C88CB-09DA-424B-B1BE-8D14515E6D89}" type="pres">
      <dgm:prSet presAssocID="{6104FFC9-8582-4CC1-9725-FC7855689832}" presName="iconBgRect" presStyleLbl="bgShp" presStyleIdx="5" presStyleCnt="7"/>
      <dgm:spPr>
        <a:prstGeom prst="round2DiagRect">
          <a:avLst>
            <a:gd name="adj1" fmla="val 29727"/>
            <a:gd name="adj2" fmla="val 0"/>
          </a:avLst>
        </a:prstGeom>
      </dgm:spPr>
    </dgm:pt>
    <dgm:pt modelId="{F673ED74-3D75-4435-A15E-EB8E2744FD35}" type="pres">
      <dgm:prSet presAssocID="{6104FFC9-8582-4CC1-9725-FC785568983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Quotes"/>
        </a:ext>
      </dgm:extLst>
    </dgm:pt>
    <dgm:pt modelId="{91EEE65C-9B9E-427F-9C8B-0CB8587E913D}" type="pres">
      <dgm:prSet presAssocID="{6104FFC9-8582-4CC1-9725-FC7855689832}" presName="spaceRect" presStyleCnt="0"/>
      <dgm:spPr/>
    </dgm:pt>
    <dgm:pt modelId="{45133BD5-A645-43A9-8D76-D94D21267B67}" type="pres">
      <dgm:prSet presAssocID="{6104FFC9-8582-4CC1-9725-FC7855689832}" presName="textRect" presStyleLbl="revTx" presStyleIdx="5" presStyleCnt="7">
        <dgm:presLayoutVars>
          <dgm:chMax val="1"/>
          <dgm:chPref val="1"/>
        </dgm:presLayoutVars>
      </dgm:prSet>
      <dgm:spPr/>
    </dgm:pt>
    <dgm:pt modelId="{471BEABD-CA25-4DFC-AE65-7F8E9AC7E71F}" type="pres">
      <dgm:prSet presAssocID="{7C7F7268-A9B1-4B81-A29C-9DB60055792A}" presName="sibTrans" presStyleCnt="0"/>
      <dgm:spPr/>
    </dgm:pt>
    <dgm:pt modelId="{40EFA47F-6EAA-4DB8-A381-54345DB6C32A}" type="pres">
      <dgm:prSet presAssocID="{2FC5B6AC-20B2-47C4-93EA-319CA07BCC90}" presName="compNode" presStyleCnt="0"/>
      <dgm:spPr/>
    </dgm:pt>
    <dgm:pt modelId="{BF9611CF-6759-41AD-9F52-F2FC69A61A3A}" type="pres">
      <dgm:prSet presAssocID="{2FC5B6AC-20B2-47C4-93EA-319CA07BCC90}" presName="iconBgRect" presStyleLbl="bgShp" presStyleIdx="6" presStyleCnt="7"/>
      <dgm:spPr>
        <a:prstGeom prst="round2DiagRect">
          <a:avLst>
            <a:gd name="adj1" fmla="val 29727"/>
            <a:gd name="adj2" fmla="val 0"/>
          </a:avLst>
        </a:prstGeom>
      </dgm:spPr>
    </dgm:pt>
    <dgm:pt modelId="{28C87575-A554-4A0E-9D02-9A33B04171B1}" type="pres">
      <dgm:prSet presAssocID="{2FC5B6AC-20B2-47C4-93EA-319CA07BCC90}"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Head with Gears"/>
        </a:ext>
      </dgm:extLst>
    </dgm:pt>
    <dgm:pt modelId="{0AA219A1-75A0-4836-95AB-92A4B650B700}" type="pres">
      <dgm:prSet presAssocID="{2FC5B6AC-20B2-47C4-93EA-319CA07BCC90}" presName="spaceRect" presStyleCnt="0"/>
      <dgm:spPr/>
    </dgm:pt>
    <dgm:pt modelId="{914B3535-0B0B-46F4-AA45-B38BADC87A8B}" type="pres">
      <dgm:prSet presAssocID="{2FC5B6AC-20B2-47C4-93EA-319CA07BCC90}" presName="textRect" presStyleLbl="revTx" presStyleIdx="6" presStyleCnt="7">
        <dgm:presLayoutVars>
          <dgm:chMax val="1"/>
          <dgm:chPref val="1"/>
        </dgm:presLayoutVars>
      </dgm:prSet>
      <dgm:spPr/>
    </dgm:pt>
  </dgm:ptLst>
  <dgm:cxnLst>
    <dgm:cxn modelId="{65123801-4C0C-4D97-9F8F-971E10C29BD1}" srcId="{45A58A34-C9A3-4EDA-B126-88C4F62B2DFA}" destId="{F9F8151B-EBBA-4C57-878C-7F8E8B0E75E3}" srcOrd="1" destOrd="0" parTransId="{E80EB7EC-219C-4E6A-B974-3E5F8988A74F}" sibTransId="{48F0E274-7FC1-4BEC-9E45-48D1AA863849}"/>
    <dgm:cxn modelId="{92433402-4558-404D-BFD7-DB5425B8005C}" type="presOf" srcId="{2FC5B6AC-20B2-47C4-93EA-319CA07BCC90}" destId="{914B3535-0B0B-46F4-AA45-B38BADC87A8B}" srcOrd="0" destOrd="0" presId="urn:microsoft.com/office/officeart/2018/5/layout/IconLeafLabelList"/>
    <dgm:cxn modelId="{5DE71204-7333-3B4C-B461-3DC6A35D3BEA}" type="presOf" srcId="{7A4FE17A-BF64-4C3B-A082-7B0E61ACBD8D}" destId="{FDEBE90F-A780-44E0-8714-4B768FEC2E58}" srcOrd="0" destOrd="0" presId="urn:microsoft.com/office/officeart/2018/5/layout/IconLeafLabelList"/>
    <dgm:cxn modelId="{2F862408-9BB0-5A46-9C78-BADDA94D5E28}" type="presOf" srcId="{97B7F2B7-90D7-47AD-8E8B-E1E5A8CC0DD4}" destId="{F5DCE693-8AA5-440B-8A9C-1120F17AC765}" srcOrd="0" destOrd="0" presId="urn:microsoft.com/office/officeart/2018/5/layout/IconLeafLabelList"/>
    <dgm:cxn modelId="{BD9E822D-8002-E04B-8034-95BD97C5A511}" type="presOf" srcId="{F9BC3CED-9739-4002-A06B-ACA0D33DAB0B}" destId="{947C91A3-6372-492C-9846-EDB035200DC6}" srcOrd="0" destOrd="0" presId="urn:microsoft.com/office/officeart/2018/5/layout/IconLeafLabelList"/>
    <dgm:cxn modelId="{6876B430-52B6-4499-8254-39324678B77A}" srcId="{45A58A34-C9A3-4EDA-B126-88C4F62B2DFA}" destId="{A9C3A349-FCF6-4D9C-B7E0-A759AD2F05D8}" srcOrd="4" destOrd="0" parTransId="{729E495B-9393-45F4-A5B1-ADE4284903AC}" sibTransId="{CE4B90AB-7283-4283-B850-5C3EE8D327C2}"/>
    <dgm:cxn modelId="{4187433D-3632-46A6-BDEE-6FD161A215F4}" srcId="{45A58A34-C9A3-4EDA-B126-88C4F62B2DFA}" destId="{F9BC3CED-9739-4002-A06B-ACA0D33DAB0B}" srcOrd="3" destOrd="0" parTransId="{0D939970-3BC2-46D8-B222-A6CF767FFB7D}" sibTransId="{5E97D2FA-20F0-4B73-B098-D08501A733B1}"/>
    <dgm:cxn modelId="{7F0B8642-EF50-0142-A834-9D2019F4D0BE}" type="presOf" srcId="{45A58A34-C9A3-4EDA-B126-88C4F62B2DFA}" destId="{52BCE823-371C-4AC4-9FCE-7F95E5E85F68}" srcOrd="0" destOrd="0" presId="urn:microsoft.com/office/officeart/2018/5/layout/IconLeafLabelList"/>
    <dgm:cxn modelId="{CDBA0F96-A0C3-4537-A53F-90BB6ADE9FD2}" srcId="{45A58A34-C9A3-4EDA-B126-88C4F62B2DFA}" destId="{6104FFC9-8582-4CC1-9725-FC7855689832}" srcOrd="5" destOrd="0" parTransId="{0ACE2119-0C15-405D-832B-77116DD2B693}" sibTransId="{7C7F7268-A9B1-4B81-A29C-9DB60055792A}"/>
    <dgm:cxn modelId="{8D50CDA9-FD83-44C4-A320-C7DEF0CFF451}" srcId="{45A58A34-C9A3-4EDA-B126-88C4F62B2DFA}" destId="{97B7F2B7-90D7-47AD-8E8B-E1E5A8CC0DD4}" srcOrd="2" destOrd="0" parTransId="{F5CA0EBA-3407-4BA0-BBD7-481B0D2ABB88}" sibTransId="{3D775E6E-F756-4162-A272-E1E924F1101E}"/>
    <dgm:cxn modelId="{96ECC6B5-DC6E-6742-B19E-FD3E145EFF74}" type="presOf" srcId="{A9C3A349-FCF6-4D9C-B7E0-A759AD2F05D8}" destId="{135E273A-FD3B-4E1A-97B8-23B80503FEE7}" srcOrd="0" destOrd="0" presId="urn:microsoft.com/office/officeart/2018/5/layout/IconLeafLabelList"/>
    <dgm:cxn modelId="{579B74C0-85B4-443A-90FB-28021BE6678C}" srcId="{45A58A34-C9A3-4EDA-B126-88C4F62B2DFA}" destId="{2FC5B6AC-20B2-47C4-93EA-319CA07BCC90}" srcOrd="6" destOrd="0" parTransId="{9E4B05BF-50B3-41A5-81ED-E5B194573856}" sibTransId="{26255470-0407-4A36-A923-8F0B511EEE91}"/>
    <dgm:cxn modelId="{AB9CF7C1-0551-914F-8D30-900D93ACCCA6}" type="presOf" srcId="{F9F8151B-EBBA-4C57-878C-7F8E8B0E75E3}" destId="{091C02D9-911E-4206-B2D3-B2DF0D8859E8}" srcOrd="0" destOrd="0" presId="urn:microsoft.com/office/officeart/2018/5/layout/IconLeafLabelList"/>
    <dgm:cxn modelId="{C31560C8-BE6E-4B2E-BFDC-5F2827865DED}" srcId="{45A58A34-C9A3-4EDA-B126-88C4F62B2DFA}" destId="{7A4FE17A-BF64-4C3B-A082-7B0E61ACBD8D}" srcOrd="0" destOrd="0" parTransId="{DAFF9CA1-A23D-4C34-8E57-331BC2D51241}" sibTransId="{56BDDD16-F3E4-43D7-A8F5-4BF35574380D}"/>
    <dgm:cxn modelId="{86E694E1-60C0-0D41-B6EC-7BE4E7A62D86}" type="presOf" srcId="{6104FFC9-8582-4CC1-9725-FC7855689832}" destId="{45133BD5-A645-43A9-8D76-D94D21267B67}" srcOrd="0" destOrd="0" presId="urn:microsoft.com/office/officeart/2018/5/layout/IconLeafLabelList"/>
    <dgm:cxn modelId="{D545FD14-FC21-604F-9559-B6AF25528819}" type="presParOf" srcId="{52BCE823-371C-4AC4-9FCE-7F95E5E85F68}" destId="{30547B65-E114-4F78-A68C-E8816A917133}" srcOrd="0" destOrd="0" presId="urn:microsoft.com/office/officeart/2018/5/layout/IconLeafLabelList"/>
    <dgm:cxn modelId="{6388DF89-39EF-5D47-99CE-F49BC397A53D}" type="presParOf" srcId="{30547B65-E114-4F78-A68C-E8816A917133}" destId="{E495CFF2-81C5-4256-99EC-ED7929E24FB4}" srcOrd="0" destOrd="0" presId="urn:microsoft.com/office/officeart/2018/5/layout/IconLeafLabelList"/>
    <dgm:cxn modelId="{354A388F-7624-4C41-BD06-F20EE937F5AA}" type="presParOf" srcId="{30547B65-E114-4F78-A68C-E8816A917133}" destId="{A7BB0CAD-6E46-4F09-A92E-A465EA56B6F4}" srcOrd="1" destOrd="0" presId="urn:microsoft.com/office/officeart/2018/5/layout/IconLeafLabelList"/>
    <dgm:cxn modelId="{A9846225-99EA-9C47-B828-7C4B1E31A757}" type="presParOf" srcId="{30547B65-E114-4F78-A68C-E8816A917133}" destId="{32EE92FE-E82E-48DB-B5D8-DF6EBAB7C251}" srcOrd="2" destOrd="0" presId="urn:microsoft.com/office/officeart/2018/5/layout/IconLeafLabelList"/>
    <dgm:cxn modelId="{A8E30213-5768-7746-A03E-A8DFD54F2F52}" type="presParOf" srcId="{30547B65-E114-4F78-A68C-E8816A917133}" destId="{FDEBE90F-A780-44E0-8714-4B768FEC2E58}" srcOrd="3" destOrd="0" presId="urn:microsoft.com/office/officeart/2018/5/layout/IconLeafLabelList"/>
    <dgm:cxn modelId="{715CBAB0-F2DC-654C-AF01-68BEE5573CAC}" type="presParOf" srcId="{52BCE823-371C-4AC4-9FCE-7F95E5E85F68}" destId="{44A73A06-ED5D-4223-8C61-94913D47A453}" srcOrd="1" destOrd="0" presId="urn:microsoft.com/office/officeart/2018/5/layout/IconLeafLabelList"/>
    <dgm:cxn modelId="{DB65BFA5-5F29-5441-A2BE-B7DA5F042310}" type="presParOf" srcId="{52BCE823-371C-4AC4-9FCE-7F95E5E85F68}" destId="{9E642221-EEC4-45CF-9DC9-1D1EE8B2C860}" srcOrd="2" destOrd="0" presId="urn:microsoft.com/office/officeart/2018/5/layout/IconLeafLabelList"/>
    <dgm:cxn modelId="{4BC078E0-1AEB-8149-B001-E45089669750}" type="presParOf" srcId="{9E642221-EEC4-45CF-9DC9-1D1EE8B2C860}" destId="{EB2EFED3-BE3C-4367-BADE-F1D3B768B107}" srcOrd="0" destOrd="0" presId="urn:microsoft.com/office/officeart/2018/5/layout/IconLeafLabelList"/>
    <dgm:cxn modelId="{39D3F8AE-7BCC-E944-B37A-DC816DC61535}" type="presParOf" srcId="{9E642221-EEC4-45CF-9DC9-1D1EE8B2C860}" destId="{8B889BEB-5BE2-4E21-9171-D9EA818DE7B6}" srcOrd="1" destOrd="0" presId="urn:microsoft.com/office/officeart/2018/5/layout/IconLeafLabelList"/>
    <dgm:cxn modelId="{BB126ECB-2B6C-0147-B144-7D8E64C37175}" type="presParOf" srcId="{9E642221-EEC4-45CF-9DC9-1D1EE8B2C860}" destId="{8EA8F195-565B-4738-B936-37D4FE8A8EB2}" srcOrd="2" destOrd="0" presId="urn:microsoft.com/office/officeart/2018/5/layout/IconLeafLabelList"/>
    <dgm:cxn modelId="{BB1B4AC0-70E2-AB41-9A13-1CA29B336A9E}" type="presParOf" srcId="{9E642221-EEC4-45CF-9DC9-1D1EE8B2C860}" destId="{091C02D9-911E-4206-B2D3-B2DF0D8859E8}" srcOrd="3" destOrd="0" presId="urn:microsoft.com/office/officeart/2018/5/layout/IconLeafLabelList"/>
    <dgm:cxn modelId="{94AED11C-4C2D-4744-B715-556B3C4C85F0}" type="presParOf" srcId="{52BCE823-371C-4AC4-9FCE-7F95E5E85F68}" destId="{5EB9FA97-110C-4424-83E8-4954B6709214}" srcOrd="3" destOrd="0" presId="urn:microsoft.com/office/officeart/2018/5/layout/IconLeafLabelList"/>
    <dgm:cxn modelId="{8B29F0D1-BCE8-DF46-BB87-4CF3458C940C}" type="presParOf" srcId="{52BCE823-371C-4AC4-9FCE-7F95E5E85F68}" destId="{EFDA2F91-12DB-45F2-870A-B30D116CD419}" srcOrd="4" destOrd="0" presId="urn:microsoft.com/office/officeart/2018/5/layout/IconLeafLabelList"/>
    <dgm:cxn modelId="{355C8560-2085-204D-991F-09B5797B6C8D}" type="presParOf" srcId="{EFDA2F91-12DB-45F2-870A-B30D116CD419}" destId="{38104254-AD14-4F5B-BC57-A88949B92F6E}" srcOrd="0" destOrd="0" presId="urn:microsoft.com/office/officeart/2018/5/layout/IconLeafLabelList"/>
    <dgm:cxn modelId="{43A37C76-4C9B-264B-9F7F-054BF04D26DF}" type="presParOf" srcId="{EFDA2F91-12DB-45F2-870A-B30D116CD419}" destId="{8AD9FF03-EDAE-49F1-AF5A-B05A355E70A5}" srcOrd="1" destOrd="0" presId="urn:microsoft.com/office/officeart/2018/5/layout/IconLeafLabelList"/>
    <dgm:cxn modelId="{4A1A9243-FFBB-BB4F-8ABD-B3E5B7DCC22F}" type="presParOf" srcId="{EFDA2F91-12DB-45F2-870A-B30D116CD419}" destId="{1B34F7D5-5334-41EA-A25A-F41DD50D43A1}" srcOrd="2" destOrd="0" presId="urn:microsoft.com/office/officeart/2018/5/layout/IconLeafLabelList"/>
    <dgm:cxn modelId="{268171FB-555B-5A48-BC99-ED2D3AFC6837}" type="presParOf" srcId="{EFDA2F91-12DB-45F2-870A-B30D116CD419}" destId="{F5DCE693-8AA5-440B-8A9C-1120F17AC765}" srcOrd="3" destOrd="0" presId="urn:microsoft.com/office/officeart/2018/5/layout/IconLeafLabelList"/>
    <dgm:cxn modelId="{C22AA6E7-74AA-F74B-B33B-B3E43EA3E136}" type="presParOf" srcId="{52BCE823-371C-4AC4-9FCE-7F95E5E85F68}" destId="{60AA4437-8A93-4828-B513-B35213EBA76E}" srcOrd="5" destOrd="0" presId="urn:microsoft.com/office/officeart/2018/5/layout/IconLeafLabelList"/>
    <dgm:cxn modelId="{3E6B2F71-35FC-5241-8C6B-D1ABDBBED79D}" type="presParOf" srcId="{52BCE823-371C-4AC4-9FCE-7F95E5E85F68}" destId="{2D1E3851-B138-4789-8791-A3E607EEC7D4}" srcOrd="6" destOrd="0" presId="urn:microsoft.com/office/officeart/2018/5/layout/IconLeafLabelList"/>
    <dgm:cxn modelId="{DEBDF97B-28BD-DD4B-84BF-755C682FDD62}" type="presParOf" srcId="{2D1E3851-B138-4789-8791-A3E607EEC7D4}" destId="{E5DAE4EB-6F1E-4E12-B392-4AB699E03564}" srcOrd="0" destOrd="0" presId="urn:microsoft.com/office/officeart/2018/5/layout/IconLeafLabelList"/>
    <dgm:cxn modelId="{777E3CBE-35FC-DB4C-9433-D87C1FB65DC6}" type="presParOf" srcId="{2D1E3851-B138-4789-8791-A3E607EEC7D4}" destId="{0BC2B76E-0C97-4B03-A734-F3FBC6837B05}" srcOrd="1" destOrd="0" presId="urn:microsoft.com/office/officeart/2018/5/layout/IconLeafLabelList"/>
    <dgm:cxn modelId="{9540CB2A-BAD4-394C-A632-E40C10924414}" type="presParOf" srcId="{2D1E3851-B138-4789-8791-A3E607EEC7D4}" destId="{806639D6-58CE-4F73-9513-38E685B24866}" srcOrd="2" destOrd="0" presId="urn:microsoft.com/office/officeart/2018/5/layout/IconLeafLabelList"/>
    <dgm:cxn modelId="{8E11D49B-2ABD-BD47-80B3-8396761099F6}" type="presParOf" srcId="{2D1E3851-B138-4789-8791-A3E607EEC7D4}" destId="{947C91A3-6372-492C-9846-EDB035200DC6}" srcOrd="3" destOrd="0" presId="urn:microsoft.com/office/officeart/2018/5/layout/IconLeafLabelList"/>
    <dgm:cxn modelId="{6CD5CF45-52E7-4449-90AF-E8C5AB22BA98}" type="presParOf" srcId="{52BCE823-371C-4AC4-9FCE-7F95E5E85F68}" destId="{6408471B-E832-4B9F-B305-E530831A887B}" srcOrd="7" destOrd="0" presId="urn:microsoft.com/office/officeart/2018/5/layout/IconLeafLabelList"/>
    <dgm:cxn modelId="{D6273CEE-95FD-694B-A4C3-49A503A04206}" type="presParOf" srcId="{52BCE823-371C-4AC4-9FCE-7F95E5E85F68}" destId="{630A396B-FC3C-4F93-920B-6794EEEAB2AA}" srcOrd="8" destOrd="0" presId="urn:microsoft.com/office/officeart/2018/5/layout/IconLeafLabelList"/>
    <dgm:cxn modelId="{AAD96F8A-0814-4440-AFBA-AE9D50A4108E}" type="presParOf" srcId="{630A396B-FC3C-4F93-920B-6794EEEAB2AA}" destId="{8195D2D8-507B-413A-A304-03BD8E06C736}" srcOrd="0" destOrd="0" presId="urn:microsoft.com/office/officeart/2018/5/layout/IconLeafLabelList"/>
    <dgm:cxn modelId="{FF4D661F-88DB-EA4B-B619-9E8709DC68A4}" type="presParOf" srcId="{630A396B-FC3C-4F93-920B-6794EEEAB2AA}" destId="{D644D896-6BE9-4567-AF4B-B23C836B9A39}" srcOrd="1" destOrd="0" presId="urn:microsoft.com/office/officeart/2018/5/layout/IconLeafLabelList"/>
    <dgm:cxn modelId="{82D4CBCE-84C6-3342-9C81-85333C147FDB}" type="presParOf" srcId="{630A396B-FC3C-4F93-920B-6794EEEAB2AA}" destId="{7D8F9A8C-77D5-4C64-8587-BE3E1022E050}" srcOrd="2" destOrd="0" presId="urn:microsoft.com/office/officeart/2018/5/layout/IconLeafLabelList"/>
    <dgm:cxn modelId="{2966DB11-EDFB-CD45-8776-0F6B8BCEF9D1}" type="presParOf" srcId="{630A396B-FC3C-4F93-920B-6794EEEAB2AA}" destId="{135E273A-FD3B-4E1A-97B8-23B80503FEE7}" srcOrd="3" destOrd="0" presId="urn:microsoft.com/office/officeart/2018/5/layout/IconLeafLabelList"/>
    <dgm:cxn modelId="{61E1442D-3D83-6A4D-AF3F-82CFAEF397FE}" type="presParOf" srcId="{52BCE823-371C-4AC4-9FCE-7F95E5E85F68}" destId="{3E9352D8-0AD3-4001-8054-67464A0A428C}" srcOrd="9" destOrd="0" presId="urn:microsoft.com/office/officeart/2018/5/layout/IconLeafLabelList"/>
    <dgm:cxn modelId="{E893712F-2A2E-9C43-BDA3-AA004024980E}" type="presParOf" srcId="{52BCE823-371C-4AC4-9FCE-7F95E5E85F68}" destId="{1E653C7A-7F92-4F4E-8983-9C3B9976B54A}" srcOrd="10" destOrd="0" presId="urn:microsoft.com/office/officeart/2018/5/layout/IconLeafLabelList"/>
    <dgm:cxn modelId="{16BCA907-BA40-BF47-86AB-A9986B258DD8}" type="presParOf" srcId="{1E653C7A-7F92-4F4E-8983-9C3B9976B54A}" destId="{D91C88CB-09DA-424B-B1BE-8D14515E6D89}" srcOrd="0" destOrd="0" presId="urn:microsoft.com/office/officeart/2018/5/layout/IconLeafLabelList"/>
    <dgm:cxn modelId="{CBFB8F6D-F7C9-1D45-A3ED-92691747E0DD}" type="presParOf" srcId="{1E653C7A-7F92-4F4E-8983-9C3B9976B54A}" destId="{F673ED74-3D75-4435-A15E-EB8E2744FD35}" srcOrd="1" destOrd="0" presId="urn:microsoft.com/office/officeart/2018/5/layout/IconLeafLabelList"/>
    <dgm:cxn modelId="{570041B2-5BF8-4F44-812F-823F71805225}" type="presParOf" srcId="{1E653C7A-7F92-4F4E-8983-9C3B9976B54A}" destId="{91EEE65C-9B9E-427F-9C8B-0CB8587E913D}" srcOrd="2" destOrd="0" presId="urn:microsoft.com/office/officeart/2018/5/layout/IconLeafLabelList"/>
    <dgm:cxn modelId="{748C8B1C-A94F-6341-AAEF-8C2A17C140D1}" type="presParOf" srcId="{1E653C7A-7F92-4F4E-8983-9C3B9976B54A}" destId="{45133BD5-A645-43A9-8D76-D94D21267B67}" srcOrd="3" destOrd="0" presId="urn:microsoft.com/office/officeart/2018/5/layout/IconLeafLabelList"/>
    <dgm:cxn modelId="{16547678-B040-8044-9F75-0B655AEE8816}" type="presParOf" srcId="{52BCE823-371C-4AC4-9FCE-7F95E5E85F68}" destId="{471BEABD-CA25-4DFC-AE65-7F8E9AC7E71F}" srcOrd="11" destOrd="0" presId="urn:microsoft.com/office/officeart/2018/5/layout/IconLeafLabelList"/>
    <dgm:cxn modelId="{9C4CC013-718D-4445-9AD5-05302B828CE3}" type="presParOf" srcId="{52BCE823-371C-4AC4-9FCE-7F95E5E85F68}" destId="{40EFA47F-6EAA-4DB8-A381-54345DB6C32A}" srcOrd="12" destOrd="0" presId="urn:microsoft.com/office/officeart/2018/5/layout/IconLeafLabelList"/>
    <dgm:cxn modelId="{8F4204CD-480B-5A43-A5DF-178A2DFB9B35}" type="presParOf" srcId="{40EFA47F-6EAA-4DB8-A381-54345DB6C32A}" destId="{BF9611CF-6759-41AD-9F52-F2FC69A61A3A}" srcOrd="0" destOrd="0" presId="urn:microsoft.com/office/officeart/2018/5/layout/IconLeafLabelList"/>
    <dgm:cxn modelId="{DA525D04-6CA1-5C49-A595-7F7293F16A87}" type="presParOf" srcId="{40EFA47F-6EAA-4DB8-A381-54345DB6C32A}" destId="{28C87575-A554-4A0E-9D02-9A33B04171B1}" srcOrd="1" destOrd="0" presId="urn:microsoft.com/office/officeart/2018/5/layout/IconLeafLabelList"/>
    <dgm:cxn modelId="{C5973543-C4E0-C843-9E45-9108284A43EE}" type="presParOf" srcId="{40EFA47F-6EAA-4DB8-A381-54345DB6C32A}" destId="{0AA219A1-75A0-4836-95AB-92A4B650B700}" srcOrd="2" destOrd="0" presId="urn:microsoft.com/office/officeart/2018/5/layout/IconLeafLabelList"/>
    <dgm:cxn modelId="{CBF4788D-C668-D54B-9380-407B249F5C28}" type="presParOf" srcId="{40EFA47F-6EAA-4DB8-A381-54345DB6C32A}" destId="{914B3535-0B0B-46F4-AA45-B38BADC87A8B}" srcOrd="3" destOrd="0" presId="urn:microsoft.com/office/officeart/2018/5/layout/IconLeaf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2AF58E0-56C6-4D3B-B353-83EE6DC9028C}"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CC274C0F-9E50-4040-B283-F5EBCA388911}">
      <dgm:prSet/>
      <dgm:spPr/>
      <dgm:t>
        <a:bodyPr/>
        <a:lstStyle/>
        <a:p>
          <a:r>
            <a:rPr lang="en-US" baseline="0"/>
            <a:t>Normality check → Shapiro–Wilk</a:t>
          </a:r>
          <a:endParaRPr lang="en-US"/>
        </a:p>
      </dgm:t>
    </dgm:pt>
    <dgm:pt modelId="{1A06BDD8-2D8B-42FF-B321-20185B5C1A48}" type="parTrans" cxnId="{9452F04C-38EB-4411-9518-C6F2E3170E7A}">
      <dgm:prSet/>
      <dgm:spPr/>
      <dgm:t>
        <a:bodyPr/>
        <a:lstStyle/>
        <a:p>
          <a:endParaRPr lang="en-US"/>
        </a:p>
      </dgm:t>
    </dgm:pt>
    <dgm:pt modelId="{B1E04707-4D7A-4861-AF75-C6D289828A84}" type="sibTrans" cxnId="{9452F04C-38EB-4411-9518-C6F2E3170E7A}">
      <dgm:prSet/>
      <dgm:spPr/>
      <dgm:t>
        <a:bodyPr/>
        <a:lstStyle/>
        <a:p>
          <a:endParaRPr lang="en-US"/>
        </a:p>
      </dgm:t>
    </dgm:pt>
    <dgm:pt modelId="{49377B26-008F-4CC2-A3F8-8E4C89D20C25}">
      <dgm:prSet/>
      <dgm:spPr/>
      <dgm:t>
        <a:bodyPr/>
        <a:lstStyle/>
        <a:p>
          <a:r>
            <a:rPr lang="en-US" i="0" baseline="0"/>
            <a:t>This revealed that most features were non-normal.</a:t>
          </a:r>
          <a:endParaRPr lang="en-US"/>
        </a:p>
      </dgm:t>
    </dgm:pt>
    <dgm:pt modelId="{0FDBED10-8E64-4571-B098-D67DF03E4C91}" type="parTrans" cxnId="{EBE4DD74-5360-47D0-AD82-7BA1F3AD6B29}">
      <dgm:prSet/>
      <dgm:spPr/>
      <dgm:t>
        <a:bodyPr/>
        <a:lstStyle/>
        <a:p>
          <a:endParaRPr lang="en-US"/>
        </a:p>
      </dgm:t>
    </dgm:pt>
    <dgm:pt modelId="{F6862F8E-44DA-43AE-B9CD-FA26A6C8D44A}" type="sibTrans" cxnId="{EBE4DD74-5360-47D0-AD82-7BA1F3AD6B29}">
      <dgm:prSet/>
      <dgm:spPr/>
      <dgm:t>
        <a:bodyPr/>
        <a:lstStyle/>
        <a:p>
          <a:endParaRPr lang="en-US"/>
        </a:p>
      </dgm:t>
    </dgm:pt>
    <dgm:pt modelId="{513DDC6E-D620-4F42-B75B-F02CF644B7F2}">
      <dgm:prSet/>
      <dgm:spPr/>
      <dgm:t>
        <a:bodyPr/>
        <a:lstStyle/>
        <a:p>
          <a:r>
            <a:rPr lang="en-US" baseline="0"/>
            <a:t>Welch’s t-test</a:t>
          </a:r>
          <a:endParaRPr lang="en-US"/>
        </a:p>
      </dgm:t>
    </dgm:pt>
    <dgm:pt modelId="{747CFB45-3C84-4096-A847-3C704E1D2F6B}" type="parTrans" cxnId="{6275027B-C7E3-479D-A490-02D4A6BA2DC1}">
      <dgm:prSet/>
      <dgm:spPr/>
      <dgm:t>
        <a:bodyPr/>
        <a:lstStyle/>
        <a:p>
          <a:endParaRPr lang="en-US"/>
        </a:p>
      </dgm:t>
    </dgm:pt>
    <dgm:pt modelId="{F32BBF8F-FED6-482D-9260-8927477EF625}" type="sibTrans" cxnId="{6275027B-C7E3-479D-A490-02D4A6BA2DC1}">
      <dgm:prSet/>
      <dgm:spPr/>
      <dgm:t>
        <a:bodyPr/>
        <a:lstStyle/>
        <a:p>
          <a:endParaRPr lang="en-US"/>
        </a:p>
      </dgm:t>
    </dgm:pt>
    <dgm:pt modelId="{A04E7077-E682-4CB5-9CFF-BAD77BABF7E1}">
      <dgm:prSet/>
      <dgm:spPr/>
      <dgm:t>
        <a:bodyPr/>
        <a:lstStyle/>
        <a:p>
          <a:r>
            <a:rPr lang="en-US" i="0" baseline="0"/>
            <a:t>This test showed us unequal variance.</a:t>
          </a:r>
          <a:endParaRPr lang="en-US"/>
        </a:p>
      </dgm:t>
    </dgm:pt>
    <dgm:pt modelId="{98E1952A-B749-4EDB-972A-B7198D97F6F1}" type="parTrans" cxnId="{EC7C20E2-4A05-4298-9D16-8BCAAC6CF7C0}">
      <dgm:prSet/>
      <dgm:spPr/>
      <dgm:t>
        <a:bodyPr/>
        <a:lstStyle/>
        <a:p>
          <a:endParaRPr lang="en-US"/>
        </a:p>
      </dgm:t>
    </dgm:pt>
    <dgm:pt modelId="{04504191-97E3-484A-ADAE-E391AE60905A}" type="sibTrans" cxnId="{EC7C20E2-4A05-4298-9D16-8BCAAC6CF7C0}">
      <dgm:prSet/>
      <dgm:spPr/>
      <dgm:t>
        <a:bodyPr/>
        <a:lstStyle/>
        <a:p>
          <a:endParaRPr lang="en-US"/>
        </a:p>
      </dgm:t>
    </dgm:pt>
    <dgm:pt modelId="{88E3D7CD-EFF8-479D-8DA4-38AC4074F5AF}">
      <dgm:prSet/>
      <dgm:spPr/>
      <dgm:t>
        <a:bodyPr/>
        <a:lstStyle/>
        <a:p>
          <a:r>
            <a:rPr lang="en-US" baseline="0"/>
            <a:t>Proceeded with a Mann–Whitney U for a nonparametric test.</a:t>
          </a:r>
          <a:endParaRPr lang="en-US"/>
        </a:p>
      </dgm:t>
    </dgm:pt>
    <dgm:pt modelId="{D19D1809-1055-42F8-B8CF-95F38658CC00}" type="parTrans" cxnId="{3FFFC424-63FA-4F4C-B0EF-2942AF29CBD0}">
      <dgm:prSet/>
      <dgm:spPr/>
      <dgm:t>
        <a:bodyPr/>
        <a:lstStyle/>
        <a:p>
          <a:endParaRPr lang="en-US"/>
        </a:p>
      </dgm:t>
    </dgm:pt>
    <dgm:pt modelId="{D7EC3860-A0D9-4143-A162-6DA22208ED78}" type="sibTrans" cxnId="{3FFFC424-63FA-4F4C-B0EF-2942AF29CBD0}">
      <dgm:prSet/>
      <dgm:spPr/>
      <dgm:t>
        <a:bodyPr/>
        <a:lstStyle/>
        <a:p>
          <a:endParaRPr lang="en-US"/>
        </a:p>
      </dgm:t>
    </dgm:pt>
    <dgm:pt modelId="{5909D581-2280-4B0C-9761-2707681EB0A8}">
      <dgm:prSet/>
      <dgm:spPr/>
      <dgm:t>
        <a:bodyPr/>
        <a:lstStyle/>
        <a:p>
          <a:r>
            <a:rPr lang="en-US" baseline="0"/>
            <a:t>Set the Significance threshold to </a:t>
          </a:r>
          <a:r>
            <a:rPr lang="el-GR" baseline="0"/>
            <a:t>α = 0.05.</a:t>
          </a:r>
          <a:endParaRPr lang="en-US"/>
        </a:p>
      </dgm:t>
    </dgm:pt>
    <dgm:pt modelId="{2CA40A31-CB9C-4EFF-8B34-AE84E43F4DC3}" type="parTrans" cxnId="{2B132BFF-F4ED-40C6-8831-4D667FA1BFF5}">
      <dgm:prSet/>
      <dgm:spPr/>
      <dgm:t>
        <a:bodyPr/>
        <a:lstStyle/>
        <a:p>
          <a:endParaRPr lang="en-US"/>
        </a:p>
      </dgm:t>
    </dgm:pt>
    <dgm:pt modelId="{0C4D1058-C4BF-4B4B-9E73-36094EDAAD5B}" type="sibTrans" cxnId="{2B132BFF-F4ED-40C6-8831-4D667FA1BFF5}">
      <dgm:prSet/>
      <dgm:spPr/>
      <dgm:t>
        <a:bodyPr/>
        <a:lstStyle/>
        <a:p>
          <a:endParaRPr lang="en-US"/>
        </a:p>
      </dgm:t>
    </dgm:pt>
    <dgm:pt modelId="{FEE757C1-5A73-ED42-9D74-CD03FC333F74}" type="pres">
      <dgm:prSet presAssocID="{32AF58E0-56C6-4D3B-B353-83EE6DC9028C}" presName="hierChild1" presStyleCnt="0">
        <dgm:presLayoutVars>
          <dgm:chPref val="1"/>
          <dgm:dir/>
          <dgm:animOne val="branch"/>
          <dgm:animLvl val="lvl"/>
          <dgm:resizeHandles/>
        </dgm:presLayoutVars>
      </dgm:prSet>
      <dgm:spPr/>
    </dgm:pt>
    <dgm:pt modelId="{6FAF4C05-BAB6-514C-BF80-D18C6567E392}" type="pres">
      <dgm:prSet presAssocID="{CC274C0F-9E50-4040-B283-F5EBCA388911}" presName="hierRoot1" presStyleCnt="0"/>
      <dgm:spPr/>
    </dgm:pt>
    <dgm:pt modelId="{63F975BA-4B2D-7744-BD98-B38376CA45BC}" type="pres">
      <dgm:prSet presAssocID="{CC274C0F-9E50-4040-B283-F5EBCA388911}" presName="composite" presStyleCnt="0"/>
      <dgm:spPr/>
    </dgm:pt>
    <dgm:pt modelId="{60D6513B-8C3D-3846-9447-1768C5474CBF}" type="pres">
      <dgm:prSet presAssocID="{CC274C0F-9E50-4040-B283-F5EBCA388911}" presName="background" presStyleLbl="node0" presStyleIdx="0" presStyleCnt="4"/>
      <dgm:spPr/>
    </dgm:pt>
    <dgm:pt modelId="{C2B82EA9-EA06-A147-8C1F-C134EF522BF4}" type="pres">
      <dgm:prSet presAssocID="{CC274C0F-9E50-4040-B283-F5EBCA388911}" presName="text" presStyleLbl="fgAcc0" presStyleIdx="0" presStyleCnt="4">
        <dgm:presLayoutVars>
          <dgm:chPref val="3"/>
        </dgm:presLayoutVars>
      </dgm:prSet>
      <dgm:spPr/>
    </dgm:pt>
    <dgm:pt modelId="{E8674B00-B330-5845-BC6F-117651A8BDF6}" type="pres">
      <dgm:prSet presAssocID="{CC274C0F-9E50-4040-B283-F5EBCA388911}" presName="hierChild2" presStyleCnt="0"/>
      <dgm:spPr/>
    </dgm:pt>
    <dgm:pt modelId="{BBF38FA9-528E-5C40-8F6A-FEF96DD3A203}" type="pres">
      <dgm:prSet presAssocID="{0FDBED10-8E64-4571-B098-D67DF03E4C91}" presName="Name10" presStyleLbl="parChTrans1D2" presStyleIdx="0" presStyleCnt="2"/>
      <dgm:spPr/>
    </dgm:pt>
    <dgm:pt modelId="{86F4B601-EE13-3745-92AF-761BF510B50C}" type="pres">
      <dgm:prSet presAssocID="{49377B26-008F-4CC2-A3F8-8E4C89D20C25}" presName="hierRoot2" presStyleCnt="0"/>
      <dgm:spPr/>
    </dgm:pt>
    <dgm:pt modelId="{5D126E01-EAD8-284C-AB5B-47FB5FF36EC6}" type="pres">
      <dgm:prSet presAssocID="{49377B26-008F-4CC2-A3F8-8E4C89D20C25}" presName="composite2" presStyleCnt="0"/>
      <dgm:spPr/>
    </dgm:pt>
    <dgm:pt modelId="{0B429102-1CAF-E747-9942-257288752D40}" type="pres">
      <dgm:prSet presAssocID="{49377B26-008F-4CC2-A3F8-8E4C89D20C25}" presName="background2" presStyleLbl="node2" presStyleIdx="0" presStyleCnt="2"/>
      <dgm:spPr/>
    </dgm:pt>
    <dgm:pt modelId="{F9DF5781-961C-CB4E-989D-202348C011F2}" type="pres">
      <dgm:prSet presAssocID="{49377B26-008F-4CC2-A3F8-8E4C89D20C25}" presName="text2" presStyleLbl="fgAcc2" presStyleIdx="0" presStyleCnt="2">
        <dgm:presLayoutVars>
          <dgm:chPref val="3"/>
        </dgm:presLayoutVars>
      </dgm:prSet>
      <dgm:spPr/>
    </dgm:pt>
    <dgm:pt modelId="{1C407E76-69F7-BD40-919A-23468111705D}" type="pres">
      <dgm:prSet presAssocID="{49377B26-008F-4CC2-A3F8-8E4C89D20C25}" presName="hierChild3" presStyleCnt="0"/>
      <dgm:spPr/>
    </dgm:pt>
    <dgm:pt modelId="{CF0E4AB9-669A-E942-805B-DA5DEA271616}" type="pres">
      <dgm:prSet presAssocID="{513DDC6E-D620-4F42-B75B-F02CF644B7F2}" presName="hierRoot1" presStyleCnt="0"/>
      <dgm:spPr/>
    </dgm:pt>
    <dgm:pt modelId="{9218B882-07D9-AA41-A2B9-9C577A20262D}" type="pres">
      <dgm:prSet presAssocID="{513DDC6E-D620-4F42-B75B-F02CF644B7F2}" presName="composite" presStyleCnt="0"/>
      <dgm:spPr/>
    </dgm:pt>
    <dgm:pt modelId="{3C610FCE-585F-C549-97E7-A54922A4E116}" type="pres">
      <dgm:prSet presAssocID="{513DDC6E-D620-4F42-B75B-F02CF644B7F2}" presName="background" presStyleLbl="node0" presStyleIdx="1" presStyleCnt="4"/>
      <dgm:spPr/>
    </dgm:pt>
    <dgm:pt modelId="{35B2129E-5F3C-6442-BB4A-8C4F84D17AD6}" type="pres">
      <dgm:prSet presAssocID="{513DDC6E-D620-4F42-B75B-F02CF644B7F2}" presName="text" presStyleLbl="fgAcc0" presStyleIdx="1" presStyleCnt="4">
        <dgm:presLayoutVars>
          <dgm:chPref val="3"/>
        </dgm:presLayoutVars>
      </dgm:prSet>
      <dgm:spPr/>
    </dgm:pt>
    <dgm:pt modelId="{A79879AE-D04C-7D44-B1F6-72C98FEEC5F4}" type="pres">
      <dgm:prSet presAssocID="{513DDC6E-D620-4F42-B75B-F02CF644B7F2}" presName="hierChild2" presStyleCnt="0"/>
      <dgm:spPr/>
    </dgm:pt>
    <dgm:pt modelId="{A30A4430-48BD-2549-892C-A117DF9E6EED}" type="pres">
      <dgm:prSet presAssocID="{98E1952A-B749-4EDB-972A-B7198D97F6F1}" presName="Name10" presStyleLbl="parChTrans1D2" presStyleIdx="1" presStyleCnt="2"/>
      <dgm:spPr/>
    </dgm:pt>
    <dgm:pt modelId="{9098ADA0-764A-8446-A602-54116983AA35}" type="pres">
      <dgm:prSet presAssocID="{A04E7077-E682-4CB5-9CFF-BAD77BABF7E1}" presName="hierRoot2" presStyleCnt="0"/>
      <dgm:spPr/>
    </dgm:pt>
    <dgm:pt modelId="{52087202-9A28-FF42-8A3E-4CF5A7330C78}" type="pres">
      <dgm:prSet presAssocID="{A04E7077-E682-4CB5-9CFF-BAD77BABF7E1}" presName="composite2" presStyleCnt="0"/>
      <dgm:spPr/>
    </dgm:pt>
    <dgm:pt modelId="{AF413937-B2D9-D742-B015-924DE7BC97ED}" type="pres">
      <dgm:prSet presAssocID="{A04E7077-E682-4CB5-9CFF-BAD77BABF7E1}" presName="background2" presStyleLbl="node2" presStyleIdx="1" presStyleCnt="2"/>
      <dgm:spPr/>
    </dgm:pt>
    <dgm:pt modelId="{F0B0C2DB-3E70-0E42-9D85-256CB569CC07}" type="pres">
      <dgm:prSet presAssocID="{A04E7077-E682-4CB5-9CFF-BAD77BABF7E1}" presName="text2" presStyleLbl="fgAcc2" presStyleIdx="1" presStyleCnt="2">
        <dgm:presLayoutVars>
          <dgm:chPref val="3"/>
        </dgm:presLayoutVars>
      </dgm:prSet>
      <dgm:spPr/>
    </dgm:pt>
    <dgm:pt modelId="{153C9188-A1BD-544E-8FD3-FCBAF4AD3E58}" type="pres">
      <dgm:prSet presAssocID="{A04E7077-E682-4CB5-9CFF-BAD77BABF7E1}" presName="hierChild3" presStyleCnt="0"/>
      <dgm:spPr/>
    </dgm:pt>
    <dgm:pt modelId="{C19FFFE9-F5ED-6947-864C-DFFAE37DC4D2}" type="pres">
      <dgm:prSet presAssocID="{88E3D7CD-EFF8-479D-8DA4-38AC4074F5AF}" presName="hierRoot1" presStyleCnt="0"/>
      <dgm:spPr/>
    </dgm:pt>
    <dgm:pt modelId="{389C260B-77B3-8948-8D06-2B5DF250FD4E}" type="pres">
      <dgm:prSet presAssocID="{88E3D7CD-EFF8-479D-8DA4-38AC4074F5AF}" presName="composite" presStyleCnt="0"/>
      <dgm:spPr/>
    </dgm:pt>
    <dgm:pt modelId="{468F02EE-8C60-3148-B993-83A6FE6C3D60}" type="pres">
      <dgm:prSet presAssocID="{88E3D7CD-EFF8-479D-8DA4-38AC4074F5AF}" presName="background" presStyleLbl="node0" presStyleIdx="2" presStyleCnt="4"/>
      <dgm:spPr/>
    </dgm:pt>
    <dgm:pt modelId="{3731B378-581C-3742-B307-C6268DB5595A}" type="pres">
      <dgm:prSet presAssocID="{88E3D7CD-EFF8-479D-8DA4-38AC4074F5AF}" presName="text" presStyleLbl="fgAcc0" presStyleIdx="2" presStyleCnt="4">
        <dgm:presLayoutVars>
          <dgm:chPref val="3"/>
        </dgm:presLayoutVars>
      </dgm:prSet>
      <dgm:spPr/>
    </dgm:pt>
    <dgm:pt modelId="{E02C0E85-E22D-6243-8E77-FA12478A7389}" type="pres">
      <dgm:prSet presAssocID="{88E3D7CD-EFF8-479D-8DA4-38AC4074F5AF}" presName="hierChild2" presStyleCnt="0"/>
      <dgm:spPr/>
    </dgm:pt>
    <dgm:pt modelId="{138E7BCA-DFCD-2748-9C1D-50A66F3EC099}" type="pres">
      <dgm:prSet presAssocID="{5909D581-2280-4B0C-9761-2707681EB0A8}" presName="hierRoot1" presStyleCnt="0"/>
      <dgm:spPr/>
    </dgm:pt>
    <dgm:pt modelId="{CC656548-A838-D747-BCD0-0003FA6DD02B}" type="pres">
      <dgm:prSet presAssocID="{5909D581-2280-4B0C-9761-2707681EB0A8}" presName="composite" presStyleCnt="0"/>
      <dgm:spPr/>
    </dgm:pt>
    <dgm:pt modelId="{3612F3E9-36E5-3C41-BBA0-8A3679FBA05A}" type="pres">
      <dgm:prSet presAssocID="{5909D581-2280-4B0C-9761-2707681EB0A8}" presName="background" presStyleLbl="node0" presStyleIdx="3" presStyleCnt="4"/>
      <dgm:spPr/>
    </dgm:pt>
    <dgm:pt modelId="{0850A8CF-F5B7-9F4E-82E7-A777686531CE}" type="pres">
      <dgm:prSet presAssocID="{5909D581-2280-4B0C-9761-2707681EB0A8}" presName="text" presStyleLbl="fgAcc0" presStyleIdx="3" presStyleCnt="4">
        <dgm:presLayoutVars>
          <dgm:chPref val="3"/>
        </dgm:presLayoutVars>
      </dgm:prSet>
      <dgm:spPr/>
    </dgm:pt>
    <dgm:pt modelId="{6C51DD4E-0E18-4949-AB2A-DE64BBA93FB7}" type="pres">
      <dgm:prSet presAssocID="{5909D581-2280-4B0C-9761-2707681EB0A8}" presName="hierChild2" presStyleCnt="0"/>
      <dgm:spPr/>
    </dgm:pt>
  </dgm:ptLst>
  <dgm:cxnLst>
    <dgm:cxn modelId="{3FFFC424-63FA-4F4C-B0EF-2942AF29CBD0}" srcId="{32AF58E0-56C6-4D3B-B353-83EE6DC9028C}" destId="{88E3D7CD-EFF8-479D-8DA4-38AC4074F5AF}" srcOrd="2" destOrd="0" parTransId="{D19D1809-1055-42F8-B8CF-95F38658CC00}" sibTransId="{D7EC3860-A0D9-4143-A162-6DA22208ED78}"/>
    <dgm:cxn modelId="{6862D234-92B3-FA4E-942A-C427B552251E}" type="presOf" srcId="{5909D581-2280-4B0C-9761-2707681EB0A8}" destId="{0850A8CF-F5B7-9F4E-82E7-A777686531CE}" srcOrd="0" destOrd="0" presId="urn:microsoft.com/office/officeart/2005/8/layout/hierarchy1"/>
    <dgm:cxn modelId="{F99FEE3E-15DD-1141-B822-A180437371FB}" type="presOf" srcId="{0FDBED10-8E64-4571-B098-D67DF03E4C91}" destId="{BBF38FA9-528E-5C40-8F6A-FEF96DD3A203}" srcOrd="0" destOrd="0" presId="urn:microsoft.com/office/officeart/2005/8/layout/hierarchy1"/>
    <dgm:cxn modelId="{9452F04C-38EB-4411-9518-C6F2E3170E7A}" srcId="{32AF58E0-56C6-4D3B-B353-83EE6DC9028C}" destId="{CC274C0F-9E50-4040-B283-F5EBCA388911}" srcOrd="0" destOrd="0" parTransId="{1A06BDD8-2D8B-42FF-B321-20185B5C1A48}" sibTransId="{B1E04707-4D7A-4861-AF75-C6D289828A84}"/>
    <dgm:cxn modelId="{EBE4DD74-5360-47D0-AD82-7BA1F3AD6B29}" srcId="{CC274C0F-9E50-4040-B283-F5EBCA388911}" destId="{49377B26-008F-4CC2-A3F8-8E4C89D20C25}" srcOrd="0" destOrd="0" parTransId="{0FDBED10-8E64-4571-B098-D67DF03E4C91}" sibTransId="{F6862F8E-44DA-43AE-B9CD-FA26A6C8D44A}"/>
    <dgm:cxn modelId="{6275027B-C7E3-479D-A490-02D4A6BA2DC1}" srcId="{32AF58E0-56C6-4D3B-B353-83EE6DC9028C}" destId="{513DDC6E-D620-4F42-B75B-F02CF644B7F2}" srcOrd="1" destOrd="0" parTransId="{747CFB45-3C84-4096-A847-3C704E1D2F6B}" sibTransId="{F32BBF8F-FED6-482D-9260-8927477EF625}"/>
    <dgm:cxn modelId="{253C0A7E-6498-EB46-94CB-C5863012ABBC}" type="presOf" srcId="{88E3D7CD-EFF8-479D-8DA4-38AC4074F5AF}" destId="{3731B378-581C-3742-B307-C6268DB5595A}" srcOrd="0" destOrd="0" presId="urn:microsoft.com/office/officeart/2005/8/layout/hierarchy1"/>
    <dgm:cxn modelId="{04158886-D742-934E-8A41-8C3517295E4D}" type="presOf" srcId="{CC274C0F-9E50-4040-B283-F5EBCA388911}" destId="{C2B82EA9-EA06-A147-8C1F-C134EF522BF4}" srcOrd="0" destOrd="0" presId="urn:microsoft.com/office/officeart/2005/8/layout/hierarchy1"/>
    <dgm:cxn modelId="{089F1D9C-477F-2240-B009-19388A469C39}" type="presOf" srcId="{49377B26-008F-4CC2-A3F8-8E4C89D20C25}" destId="{F9DF5781-961C-CB4E-989D-202348C011F2}" srcOrd="0" destOrd="0" presId="urn:microsoft.com/office/officeart/2005/8/layout/hierarchy1"/>
    <dgm:cxn modelId="{A6B2A09C-F67A-9641-8E66-0E7123303D1A}" type="presOf" srcId="{513DDC6E-D620-4F42-B75B-F02CF644B7F2}" destId="{35B2129E-5F3C-6442-BB4A-8C4F84D17AD6}" srcOrd="0" destOrd="0" presId="urn:microsoft.com/office/officeart/2005/8/layout/hierarchy1"/>
    <dgm:cxn modelId="{3A11ACAE-9F5F-8045-AB11-B1006DE559BD}" type="presOf" srcId="{A04E7077-E682-4CB5-9CFF-BAD77BABF7E1}" destId="{F0B0C2DB-3E70-0E42-9D85-256CB569CC07}" srcOrd="0" destOrd="0" presId="urn:microsoft.com/office/officeart/2005/8/layout/hierarchy1"/>
    <dgm:cxn modelId="{3B9D0DC9-8E85-3541-A2EA-9F6A6F2397D0}" type="presOf" srcId="{32AF58E0-56C6-4D3B-B353-83EE6DC9028C}" destId="{FEE757C1-5A73-ED42-9D74-CD03FC333F74}" srcOrd="0" destOrd="0" presId="urn:microsoft.com/office/officeart/2005/8/layout/hierarchy1"/>
    <dgm:cxn modelId="{36B6BED3-1299-D44C-B904-6E5AAAD9D324}" type="presOf" srcId="{98E1952A-B749-4EDB-972A-B7198D97F6F1}" destId="{A30A4430-48BD-2549-892C-A117DF9E6EED}" srcOrd="0" destOrd="0" presId="urn:microsoft.com/office/officeart/2005/8/layout/hierarchy1"/>
    <dgm:cxn modelId="{EC7C20E2-4A05-4298-9D16-8BCAAC6CF7C0}" srcId="{513DDC6E-D620-4F42-B75B-F02CF644B7F2}" destId="{A04E7077-E682-4CB5-9CFF-BAD77BABF7E1}" srcOrd="0" destOrd="0" parTransId="{98E1952A-B749-4EDB-972A-B7198D97F6F1}" sibTransId="{04504191-97E3-484A-ADAE-E391AE60905A}"/>
    <dgm:cxn modelId="{2B132BFF-F4ED-40C6-8831-4D667FA1BFF5}" srcId="{32AF58E0-56C6-4D3B-B353-83EE6DC9028C}" destId="{5909D581-2280-4B0C-9761-2707681EB0A8}" srcOrd="3" destOrd="0" parTransId="{2CA40A31-CB9C-4EFF-8B34-AE84E43F4DC3}" sibTransId="{0C4D1058-C4BF-4B4B-9E73-36094EDAAD5B}"/>
    <dgm:cxn modelId="{58991F73-49A7-FB44-B8B1-32A426A35EA1}" type="presParOf" srcId="{FEE757C1-5A73-ED42-9D74-CD03FC333F74}" destId="{6FAF4C05-BAB6-514C-BF80-D18C6567E392}" srcOrd="0" destOrd="0" presId="urn:microsoft.com/office/officeart/2005/8/layout/hierarchy1"/>
    <dgm:cxn modelId="{A43FB302-F0BB-2242-B7DC-4BBB35776717}" type="presParOf" srcId="{6FAF4C05-BAB6-514C-BF80-D18C6567E392}" destId="{63F975BA-4B2D-7744-BD98-B38376CA45BC}" srcOrd="0" destOrd="0" presId="urn:microsoft.com/office/officeart/2005/8/layout/hierarchy1"/>
    <dgm:cxn modelId="{BF07181D-5FFE-304A-AA31-5B5A2C19B896}" type="presParOf" srcId="{63F975BA-4B2D-7744-BD98-B38376CA45BC}" destId="{60D6513B-8C3D-3846-9447-1768C5474CBF}" srcOrd="0" destOrd="0" presId="urn:microsoft.com/office/officeart/2005/8/layout/hierarchy1"/>
    <dgm:cxn modelId="{2B70A148-9B4A-F045-B431-7097D1202707}" type="presParOf" srcId="{63F975BA-4B2D-7744-BD98-B38376CA45BC}" destId="{C2B82EA9-EA06-A147-8C1F-C134EF522BF4}" srcOrd="1" destOrd="0" presId="urn:microsoft.com/office/officeart/2005/8/layout/hierarchy1"/>
    <dgm:cxn modelId="{FFFDE94E-E42B-2546-B547-4A312E89B5AE}" type="presParOf" srcId="{6FAF4C05-BAB6-514C-BF80-D18C6567E392}" destId="{E8674B00-B330-5845-BC6F-117651A8BDF6}" srcOrd="1" destOrd="0" presId="urn:microsoft.com/office/officeart/2005/8/layout/hierarchy1"/>
    <dgm:cxn modelId="{23D009C5-D936-284A-932A-93A52130308D}" type="presParOf" srcId="{E8674B00-B330-5845-BC6F-117651A8BDF6}" destId="{BBF38FA9-528E-5C40-8F6A-FEF96DD3A203}" srcOrd="0" destOrd="0" presId="urn:microsoft.com/office/officeart/2005/8/layout/hierarchy1"/>
    <dgm:cxn modelId="{EC9C2251-7F7E-B142-998D-986A561310C0}" type="presParOf" srcId="{E8674B00-B330-5845-BC6F-117651A8BDF6}" destId="{86F4B601-EE13-3745-92AF-761BF510B50C}" srcOrd="1" destOrd="0" presId="urn:microsoft.com/office/officeart/2005/8/layout/hierarchy1"/>
    <dgm:cxn modelId="{C6721563-51A7-E147-9311-1277422B9FB5}" type="presParOf" srcId="{86F4B601-EE13-3745-92AF-761BF510B50C}" destId="{5D126E01-EAD8-284C-AB5B-47FB5FF36EC6}" srcOrd="0" destOrd="0" presId="urn:microsoft.com/office/officeart/2005/8/layout/hierarchy1"/>
    <dgm:cxn modelId="{BFBCF62F-96D8-9743-B791-0DB8CACC1AA7}" type="presParOf" srcId="{5D126E01-EAD8-284C-AB5B-47FB5FF36EC6}" destId="{0B429102-1CAF-E747-9942-257288752D40}" srcOrd="0" destOrd="0" presId="urn:microsoft.com/office/officeart/2005/8/layout/hierarchy1"/>
    <dgm:cxn modelId="{C261A611-82B0-0143-8ED5-4EF1788BDD39}" type="presParOf" srcId="{5D126E01-EAD8-284C-AB5B-47FB5FF36EC6}" destId="{F9DF5781-961C-CB4E-989D-202348C011F2}" srcOrd="1" destOrd="0" presId="urn:microsoft.com/office/officeart/2005/8/layout/hierarchy1"/>
    <dgm:cxn modelId="{51028CA8-643F-5641-BD53-37AE18D02ADB}" type="presParOf" srcId="{86F4B601-EE13-3745-92AF-761BF510B50C}" destId="{1C407E76-69F7-BD40-919A-23468111705D}" srcOrd="1" destOrd="0" presId="urn:microsoft.com/office/officeart/2005/8/layout/hierarchy1"/>
    <dgm:cxn modelId="{2B70C90F-A455-594C-8CE7-C257A5C49C9D}" type="presParOf" srcId="{FEE757C1-5A73-ED42-9D74-CD03FC333F74}" destId="{CF0E4AB9-669A-E942-805B-DA5DEA271616}" srcOrd="1" destOrd="0" presId="urn:microsoft.com/office/officeart/2005/8/layout/hierarchy1"/>
    <dgm:cxn modelId="{82252A2A-3310-0F47-BAD6-D7EC2AF27879}" type="presParOf" srcId="{CF0E4AB9-669A-E942-805B-DA5DEA271616}" destId="{9218B882-07D9-AA41-A2B9-9C577A20262D}" srcOrd="0" destOrd="0" presId="urn:microsoft.com/office/officeart/2005/8/layout/hierarchy1"/>
    <dgm:cxn modelId="{E81B77F3-985B-FD42-B2F7-153E4F02A98B}" type="presParOf" srcId="{9218B882-07D9-AA41-A2B9-9C577A20262D}" destId="{3C610FCE-585F-C549-97E7-A54922A4E116}" srcOrd="0" destOrd="0" presId="urn:microsoft.com/office/officeart/2005/8/layout/hierarchy1"/>
    <dgm:cxn modelId="{D254CBC7-0BE1-1943-A3B5-D051E9A2B15E}" type="presParOf" srcId="{9218B882-07D9-AA41-A2B9-9C577A20262D}" destId="{35B2129E-5F3C-6442-BB4A-8C4F84D17AD6}" srcOrd="1" destOrd="0" presId="urn:microsoft.com/office/officeart/2005/8/layout/hierarchy1"/>
    <dgm:cxn modelId="{6807F816-201D-614D-A3C8-AD5DA7AD4215}" type="presParOf" srcId="{CF0E4AB9-669A-E942-805B-DA5DEA271616}" destId="{A79879AE-D04C-7D44-B1F6-72C98FEEC5F4}" srcOrd="1" destOrd="0" presId="urn:microsoft.com/office/officeart/2005/8/layout/hierarchy1"/>
    <dgm:cxn modelId="{78BF2951-B5AF-8941-B707-1BAA06BA62B6}" type="presParOf" srcId="{A79879AE-D04C-7D44-B1F6-72C98FEEC5F4}" destId="{A30A4430-48BD-2549-892C-A117DF9E6EED}" srcOrd="0" destOrd="0" presId="urn:microsoft.com/office/officeart/2005/8/layout/hierarchy1"/>
    <dgm:cxn modelId="{42CB4AFE-189E-9240-859D-130C96A03310}" type="presParOf" srcId="{A79879AE-D04C-7D44-B1F6-72C98FEEC5F4}" destId="{9098ADA0-764A-8446-A602-54116983AA35}" srcOrd="1" destOrd="0" presId="urn:microsoft.com/office/officeart/2005/8/layout/hierarchy1"/>
    <dgm:cxn modelId="{FEBE9615-791C-7C40-ACF6-2E2A3FEFE128}" type="presParOf" srcId="{9098ADA0-764A-8446-A602-54116983AA35}" destId="{52087202-9A28-FF42-8A3E-4CF5A7330C78}" srcOrd="0" destOrd="0" presId="urn:microsoft.com/office/officeart/2005/8/layout/hierarchy1"/>
    <dgm:cxn modelId="{3EB1B3E5-B5B3-B143-9854-5451D15CCB16}" type="presParOf" srcId="{52087202-9A28-FF42-8A3E-4CF5A7330C78}" destId="{AF413937-B2D9-D742-B015-924DE7BC97ED}" srcOrd="0" destOrd="0" presId="urn:microsoft.com/office/officeart/2005/8/layout/hierarchy1"/>
    <dgm:cxn modelId="{EEE0A117-B531-CC42-AB62-591C57DDD551}" type="presParOf" srcId="{52087202-9A28-FF42-8A3E-4CF5A7330C78}" destId="{F0B0C2DB-3E70-0E42-9D85-256CB569CC07}" srcOrd="1" destOrd="0" presId="urn:microsoft.com/office/officeart/2005/8/layout/hierarchy1"/>
    <dgm:cxn modelId="{BA6C744B-3DC4-3E40-8C06-828CE6C06475}" type="presParOf" srcId="{9098ADA0-764A-8446-A602-54116983AA35}" destId="{153C9188-A1BD-544E-8FD3-FCBAF4AD3E58}" srcOrd="1" destOrd="0" presId="urn:microsoft.com/office/officeart/2005/8/layout/hierarchy1"/>
    <dgm:cxn modelId="{DD4BE743-A7B9-EC40-BBB3-0F6DCF2A556B}" type="presParOf" srcId="{FEE757C1-5A73-ED42-9D74-CD03FC333F74}" destId="{C19FFFE9-F5ED-6947-864C-DFFAE37DC4D2}" srcOrd="2" destOrd="0" presId="urn:microsoft.com/office/officeart/2005/8/layout/hierarchy1"/>
    <dgm:cxn modelId="{1B909DF4-3752-AF4C-809B-41FDE0AAB5B0}" type="presParOf" srcId="{C19FFFE9-F5ED-6947-864C-DFFAE37DC4D2}" destId="{389C260B-77B3-8948-8D06-2B5DF250FD4E}" srcOrd="0" destOrd="0" presId="urn:microsoft.com/office/officeart/2005/8/layout/hierarchy1"/>
    <dgm:cxn modelId="{0B0D0914-682A-3F4C-B5B0-16E40EB55C4D}" type="presParOf" srcId="{389C260B-77B3-8948-8D06-2B5DF250FD4E}" destId="{468F02EE-8C60-3148-B993-83A6FE6C3D60}" srcOrd="0" destOrd="0" presId="urn:microsoft.com/office/officeart/2005/8/layout/hierarchy1"/>
    <dgm:cxn modelId="{F92A6863-05FC-6B41-B41D-E5E29B05D0B6}" type="presParOf" srcId="{389C260B-77B3-8948-8D06-2B5DF250FD4E}" destId="{3731B378-581C-3742-B307-C6268DB5595A}" srcOrd="1" destOrd="0" presId="urn:microsoft.com/office/officeart/2005/8/layout/hierarchy1"/>
    <dgm:cxn modelId="{3975BB7D-9A23-584E-B162-B0F87794CFC1}" type="presParOf" srcId="{C19FFFE9-F5ED-6947-864C-DFFAE37DC4D2}" destId="{E02C0E85-E22D-6243-8E77-FA12478A7389}" srcOrd="1" destOrd="0" presId="urn:microsoft.com/office/officeart/2005/8/layout/hierarchy1"/>
    <dgm:cxn modelId="{524FD371-A769-5B43-AEA9-38BF1F37F80B}" type="presParOf" srcId="{FEE757C1-5A73-ED42-9D74-CD03FC333F74}" destId="{138E7BCA-DFCD-2748-9C1D-50A66F3EC099}" srcOrd="3" destOrd="0" presId="urn:microsoft.com/office/officeart/2005/8/layout/hierarchy1"/>
    <dgm:cxn modelId="{8FFFD2E9-E0EA-554E-AE14-4B4EBDE5D2AD}" type="presParOf" srcId="{138E7BCA-DFCD-2748-9C1D-50A66F3EC099}" destId="{CC656548-A838-D747-BCD0-0003FA6DD02B}" srcOrd="0" destOrd="0" presId="urn:microsoft.com/office/officeart/2005/8/layout/hierarchy1"/>
    <dgm:cxn modelId="{E1FB89C7-C04B-B34F-89DE-D991B108FC1A}" type="presParOf" srcId="{CC656548-A838-D747-BCD0-0003FA6DD02B}" destId="{3612F3E9-36E5-3C41-BBA0-8A3679FBA05A}" srcOrd="0" destOrd="0" presId="urn:microsoft.com/office/officeart/2005/8/layout/hierarchy1"/>
    <dgm:cxn modelId="{91A7E3C1-AA50-EC4B-B317-160E4FCCDE72}" type="presParOf" srcId="{CC656548-A838-D747-BCD0-0003FA6DD02B}" destId="{0850A8CF-F5B7-9F4E-82E7-A777686531CE}" srcOrd="1" destOrd="0" presId="urn:microsoft.com/office/officeart/2005/8/layout/hierarchy1"/>
    <dgm:cxn modelId="{6E477D21-1A4C-1846-A9A0-2A37A6E13886}" type="presParOf" srcId="{138E7BCA-DFCD-2748-9C1D-50A66F3EC099}" destId="{6C51DD4E-0E18-4949-AB2A-DE64BBA93FB7}"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453CA86-4FB1-4FEC-9DB5-934ED00E845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767E3F30-E268-4F89-8597-7B61D85EBD12}">
      <dgm:prSet/>
      <dgm:spPr/>
      <dgm:t>
        <a:bodyPr/>
        <a:lstStyle/>
        <a:p>
          <a:r>
            <a:rPr lang="en-US" baseline="0"/>
            <a:t>English dominance consistent across gender and chart.</a:t>
          </a:r>
          <a:endParaRPr lang="en-US"/>
        </a:p>
      </dgm:t>
    </dgm:pt>
    <dgm:pt modelId="{8D694501-B391-4B7E-AC68-C53B00B3CE90}" type="parTrans" cxnId="{24D7300E-54E2-44D2-8A4A-DD6922CF17E0}">
      <dgm:prSet/>
      <dgm:spPr/>
      <dgm:t>
        <a:bodyPr/>
        <a:lstStyle/>
        <a:p>
          <a:endParaRPr lang="en-US"/>
        </a:p>
      </dgm:t>
    </dgm:pt>
    <dgm:pt modelId="{E2FAA622-4637-4D4F-875B-6C1BAC389406}" type="sibTrans" cxnId="{24D7300E-54E2-44D2-8A4A-DD6922CF17E0}">
      <dgm:prSet/>
      <dgm:spPr/>
      <dgm:t>
        <a:bodyPr/>
        <a:lstStyle/>
        <a:p>
          <a:endParaRPr lang="en-US"/>
        </a:p>
      </dgm:t>
    </dgm:pt>
    <dgm:pt modelId="{327DB1C4-B7EE-4D7D-8FA1-D8401C036058}">
      <dgm:prSet/>
      <dgm:spPr/>
      <dgm:t>
        <a:bodyPr/>
        <a:lstStyle/>
        <a:p>
          <a:r>
            <a:rPr lang="en-US" baseline="0"/>
            <a:t>Trends exist but lack statistical power due to less data and limited time period.</a:t>
          </a:r>
          <a:endParaRPr lang="en-US"/>
        </a:p>
      </dgm:t>
    </dgm:pt>
    <dgm:pt modelId="{32BA8EE2-236D-4048-9F54-CA9FDBB3FAD2}" type="parTrans" cxnId="{7D6D0182-2623-4393-8686-C84A9D4B4C27}">
      <dgm:prSet/>
      <dgm:spPr/>
      <dgm:t>
        <a:bodyPr/>
        <a:lstStyle/>
        <a:p>
          <a:endParaRPr lang="en-US"/>
        </a:p>
      </dgm:t>
    </dgm:pt>
    <dgm:pt modelId="{B620F1DD-637E-4CE1-9077-0C4896FC4EA9}" type="sibTrans" cxnId="{7D6D0182-2623-4393-8686-C84A9D4B4C27}">
      <dgm:prSet/>
      <dgm:spPr/>
      <dgm:t>
        <a:bodyPr/>
        <a:lstStyle/>
        <a:p>
          <a:endParaRPr lang="en-US"/>
        </a:p>
      </dgm:t>
    </dgm:pt>
    <dgm:pt modelId="{8EFED118-588E-44AE-8AC2-48BDE7166C74}">
      <dgm:prSet/>
      <dgm:spPr/>
      <dgm:t>
        <a:bodyPr/>
        <a:lstStyle/>
        <a:p>
          <a:r>
            <a:rPr lang="en-US" baseline="0"/>
            <a:t>Strong stylistic similarity across groups → English as a global identity marker.</a:t>
          </a:r>
          <a:endParaRPr lang="en-US"/>
        </a:p>
      </dgm:t>
    </dgm:pt>
    <dgm:pt modelId="{CF9FBE3E-4873-4CF1-8B30-C402274CC9B0}" type="parTrans" cxnId="{A57D454D-41AB-46AA-947A-6A242DF2F4DD}">
      <dgm:prSet/>
      <dgm:spPr/>
      <dgm:t>
        <a:bodyPr/>
        <a:lstStyle/>
        <a:p>
          <a:endParaRPr lang="en-US"/>
        </a:p>
      </dgm:t>
    </dgm:pt>
    <dgm:pt modelId="{33AE6694-80F3-444E-AD0C-7FBE47E85183}" type="sibTrans" cxnId="{A57D454D-41AB-46AA-947A-6A242DF2F4DD}">
      <dgm:prSet/>
      <dgm:spPr/>
      <dgm:t>
        <a:bodyPr/>
        <a:lstStyle/>
        <a:p>
          <a:endParaRPr lang="en-US"/>
        </a:p>
      </dgm:t>
    </dgm:pt>
    <dgm:pt modelId="{B11BDE26-E173-1F4E-903A-781B17014AA4}" type="pres">
      <dgm:prSet presAssocID="{6453CA86-4FB1-4FEC-9DB5-934ED00E8454}" presName="hierChild1" presStyleCnt="0">
        <dgm:presLayoutVars>
          <dgm:chPref val="1"/>
          <dgm:dir/>
          <dgm:animOne val="branch"/>
          <dgm:animLvl val="lvl"/>
          <dgm:resizeHandles/>
        </dgm:presLayoutVars>
      </dgm:prSet>
      <dgm:spPr/>
    </dgm:pt>
    <dgm:pt modelId="{C4C53822-55D2-634F-B59D-2B88B530C88D}" type="pres">
      <dgm:prSet presAssocID="{767E3F30-E268-4F89-8597-7B61D85EBD12}" presName="hierRoot1" presStyleCnt="0"/>
      <dgm:spPr/>
    </dgm:pt>
    <dgm:pt modelId="{ED906FA2-FDD4-AC43-B6EC-A3252399BFB9}" type="pres">
      <dgm:prSet presAssocID="{767E3F30-E268-4F89-8597-7B61D85EBD12}" presName="composite" presStyleCnt="0"/>
      <dgm:spPr/>
    </dgm:pt>
    <dgm:pt modelId="{CF7BE7BA-0C24-2D47-A961-538F68FB9DE6}" type="pres">
      <dgm:prSet presAssocID="{767E3F30-E268-4F89-8597-7B61D85EBD12}" presName="background" presStyleLbl="node0" presStyleIdx="0" presStyleCnt="3"/>
      <dgm:spPr/>
    </dgm:pt>
    <dgm:pt modelId="{5C4706C5-7B80-2F45-9F58-445225DE1F48}" type="pres">
      <dgm:prSet presAssocID="{767E3F30-E268-4F89-8597-7B61D85EBD12}" presName="text" presStyleLbl="fgAcc0" presStyleIdx="0" presStyleCnt="3">
        <dgm:presLayoutVars>
          <dgm:chPref val="3"/>
        </dgm:presLayoutVars>
      </dgm:prSet>
      <dgm:spPr/>
    </dgm:pt>
    <dgm:pt modelId="{4CC87B85-A5CA-D443-AEB6-AF3CBDCEBCA7}" type="pres">
      <dgm:prSet presAssocID="{767E3F30-E268-4F89-8597-7B61D85EBD12}" presName="hierChild2" presStyleCnt="0"/>
      <dgm:spPr/>
    </dgm:pt>
    <dgm:pt modelId="{AFCDA958-9F6F-3F4C-B579-E0EBB4500342}" type="pres">
      <dgm:prSet presAssocID="{327DB1C4-B7EE-4D7D-8FA1-D8401C036058}" presName="hierRoot1" presStyleCnt="0"/>
      <dgm:spPr/>
    </dgm:pt>
    <dgm:pt modelId="{9A3B2FC1-C51E-0246-855E-69E7CE763EC3}" type="pres">
      <dgm:prSet presAssocID="{327DB1C4-B7EE-4D7D-8FA1-D8401C036058}" presName="composite" presStyleCnt="0"/>
      <dgm:spPr/>
    </dgm:pt>
    <dgm:pt modelId="{13110F8F-65EB-724F-BEEF-1E4F39517DCD}" type="pres">
      <dgm:prSet presAssocID="{327DB1C4-B7EE-4D7D-8FA1-D8401C036058}" presName="background" presStyleLbl="node0" presStyleIdx="1" presStyleCnt="3"/>
      <dgm:spPr/>
    </dgm:pt>
    <dgm:pt modelId="{C3E023A9-0A58-C548-B3A2-A6567F53936A}" type="pres">
      <dgm:prSet presAssocID="{327DB1C4-B7EE-4D7D-8FA1-D8401C036058}" presName="text" presStyleLbl="fgAcc0" presStyleIdx="1" presStyleCnt="3">
        <dgm:presLayoutVars>
          <dgm:chPref val="3"/>
        </dgm:presLayoutVars>
      </dgm:prSet>
      <dgm:spPr/>
    </dgm:pt>
    <dgm:pt modelId="{A478F578-AE88-FF47-997A-AFE0616ECF73}" type="pres">
      <dgm:prSet presAssocID="{327DB1C4-B7EE-4D7D-8FA1-D8401C036058}" presName="hierChild2" presStyleCnt="0"/>
      <dgm:spPr/>
    </dgm:pt>
    <dgm:pt modelId="{36FDA818-B954-3B4F-8AE9-D533F4CF49D3}" type="pres">
      <dgm:prSet presAssocID="{8EFED118-588E-44AE-8AC2-48BDE7166C74}" presName="hierRoot1" presStyleCnt="0"/>
      <dgm:spPr/>
    </dgm:pt>
    <dgm:pt modelId="{BEC55FB8-2F7E-D745-A3F5-7977D6EFB2E8}" type="pres">
      <dgm:prSet presAssocID="{8EFED118-588E-44AE-8AC2-48BDE7166C74}" presName="composite" presStyleCnt="0"/>
      <dgm:spPr/>
    </dgm:pt>
    <dgm:pt modelId="{36796182-9CBD-2E43-9135-20F0CFAE99F6}" type="pres">
      <dgm:prSet presAssocID="{8EFED118-588E-44AE-8AC2-48BDE7166C74}" presName="background" presStyleLbl="node0" presStyleIdx="2" presStyleCnt="3"/>
      <dgm:spPr/>
    </dgm:pt>
    <dgm:pt modelId="{467427C4-BFBD-A040-B616-EBFD7FE89529}" type="pres">
      <dgm:prSet presAssocID="{8EFED118-588E-44AE-8AC2-48BDE7166C74}" presName="text" presStyleLbl="fgAcc0" presStyleIdx="2" presStyleCnt="3">
        <dgm:presLayoutVars>
          <dgm:chPref val="3"/>
        </dgm:presLayoutVars>
      </dgm:prSet>
      <dgm:spPr/>
    </dgm:pt>
    <dgm:pt modelId="{B915EACD-5908-3442-8FE7-6B7E370D478C}" type="pres">
      <dgm:prSet presAssocID="{8EFED118-588E-44AE-8AC2-48BDE7166C74}" presName="hierChild2" presStyleCnt="0"/>
      <dgm:spPr/>
    </dgm:pt>
  </dgm:ptLst>
  <dgm:cxnLst>
    <dgm:cxn modelId="{24D7300E-54E2-44D2-8A4A-DD6922CF17E0}" srcId="{6453CA86-4FB1-4FEC-9DB5-934ED00E8454}" destId="{767E3F30-E268-4F89-8597-7B61D85EBD12}" srcOrd="0" destOrd="0" parTransId="{8D694501-B391-4B7E-AC68-C53B00B3CE90}" sibTransId="{E2FAA622-4637-4D4F-875B-6C1BAC389406}"/>
    <dgm:cxn modelId="{A57D454D-41AB-46AA-947A-6A242DF2F4DD}" srcId="{6453CA86-4FB1-4FEC-9DB5-934ED00E8454}" destId="{8EFED118-588E-44AE-8AC2-48BDE7166C74}" srcOrd="2" destOrd="0" parTransId="{CF9FBE3E-4873-4CF1-8B30-C402274CC9B0}" sibTransId="{33AE6694-80F3-444E-AD0C-7FBE47E85183}"/>
    <dgm:cxn modelId="{0439A969-B7FE-AD47-B6EF-70250593C666}" type="presOf" srcId="{767E3F30-E268-4F89-8597-7B61D85EBD12}" destId="{5C4706C5-7B80-2F45-9F58-445225DE1F48}" srcOrd="0" destOrd="0" presId="urn:microsoft.com/office/officeart/2005/8/layout/hierarchy1"/>
    <dgm:cxn modelId="{7D6D0182-2623-4393-8686-C84A9D4B4C27}" srcId="{6453CA86-4FB1-4FEC-9DB5-934ED00E8454}" destId="{327DB1C4-B7EE-4D7D-8FA1-D8401C036058}" srcOrd="1" destOrd="0" parTransId="{32BA8EE2-236D-4048-9F54-CA9FDBB3FAD2}" sibTransId="{B620F1DD-637E-4CE1-9077-0C4896FC4EA9}"/>
    <dgm:cxn modelId="{A33B66CD-DC50-A649-8F02-808E018F72E2}" type="presOf" srcId="{6453CA86-4FB1-4FEC-9DB5-934ED00E8454}" destId="{B11BDE26-E173-1F4E-903A-781B17014AA4}" srcOrd="0" destOrd="0" presId="urn:microsoft.com/office/officeart/2005/8/layout/hierarchy1"/>
    <dgm:cxn modelId="{DD7372F4-442D-F645-A025-819F00F5A00F}" type="presOf" srcId="{8EFED118-588E-44AE-8AC2-48BDE7166C74}" destId="{467427C4-BFBD-A040-B616-EBFD7FE89529}" srcOrd="0" destOrd="0" presId="urn:microsoft.com/office/officeart/2005/8/layout/hierarchy1"/>
    <dgm:cxn modelId="{DE49DAFD-141E-B24E-A8A2-15746B024D79}" type="presOf" srcId="{327DB1C4-B7EE-4D7D-8FA1-D8401C036058}" destId="{C3E023A9-0A58-C548-B3A2-A6567F53936A}" srcOrd="0" destOrd="0" presId="urn:microsoft.com/office/officeart/2005/8/layout/hierarchy1"/>
    <dgm:cxn modelId="{FE9178EA-8A26-3F47-AEFB-BFBC7646FA50}" type="presParOf" srcId="{B11BDE26-E173-1F4E-903A-781B17014AA4}" destId="{C4C53822-55D2-634F-B59D-2B88B530C88D}" srcOrd="0" destOrd="0" presId="urn:microsoft.com/office/officeart/2005/8/layout/hierarchy1"/>
    <dgm:cxn modelId="{49AE1B26-AF54-4A48-8897-1293B9821C28}" type="presParOf" srcId="{C4C53822-55D2-634F-B59D-2B88B530C88D}" destId="{ED906FA2-FDD4-AC43-B6EC-A3252399BFB9}" srcOrd="0" destOrd="0" presId="urn:microsoft.com/office/officeart/2005/8/layout/hierarchy1"/>
    <dgm:cxn modelId="{858CE001-29AD-F743-A044-D8F58BACED3E}" type="presParOf" srcId="{ED906FA2-FDD4-AC43-B6EC-A3252399BFB9}" destId="{CF7BE7BA-0C24-2D47-A961-538F68FB9DE6}" srcOrd="0" destOrd="0" presId="urn:microsoft.com/office/officeart/2005/8/layout/hierarchy1"/>
    <dgm:cxn modelId="{5635B752-E931-0246-9A0D-0FFAE07979C4}" type="presParOf" srcId="{ED906FA2-FDD4-AC43-B6EC-A3252399BFB9}" destId="{5C4706C5-7B80-2F45-9F58-445225DE1F48}" srcOrd="1" destOrd="0" presId="urn:microsoft.com/office/officeart/2005/8/layout/hierarchy1"/>
    <dgm:cxn modelId="{F33D6B73-0201-5D4F-8E2A-46B4ACBDB2C1}" type="presParOf" srcId="{C4C53822-55D2-634F-B59D-2B88B530C88D}" destId="{4CC87B85-A5CA-D443-AEB6-AF3CBDCEBCA7}" srcOrd="1" destOrd="0" presId="urn:microsoft.com/office/officeart/2005/8/layout/hierarchy1"/>
    <dgm:cxn modelId="{1A1C2726-FE46-D54F-A2CC-B3B0FA8F451B}" type="presParOf" srcId="{B11BDE26-E173-1F4E-903A-781B17014AA4}" destId="{AFCDA958-9F6F-3F4C-B579-E0EBB4500342}" srcOrd="1" destOrd="0" presId="urn:microsoft.com/office/officeart/2005/8/layout/hierarchy1"/>
    <dgm:cxn modelId="{095DF798-9062-F644-9934-A2642B2FDE95}" type="presParOf" srcId="{AFCDA958-9F6F-3F4C-B579-E0EBB4500342}" destId="{9A3B2FC1-C51E-0246-855E-69E7CE763EC3}" srcOrd="0" destOrd="0" presId="urn:microsoft.com/office/officeart/2005/8/layout/hierarchy1"/>
    <dgm:cxn modelId="{F40D4D08-AA5F-9B46-9C56-D1C16F0F338C}" type="presParOf" srcId="{9A3B2FC1-C51E-0246-855E-69E7CE763EC3}" destId="{13110F8F-65EB-724F-BEEF-1E4F39517DCD}" srcOrd="0" destOrd="0" presId="urn:microsoft.com/office/officeart/2005/8/layout/hierarchy1"/>
    <dgm:cxn modelId="{6F47C47B-92EA-E34F-BD5F-694B8652A7C6}" type="presParOf" srcId="{9A3B2FC1-C51E-0246-855E-69E7CE763EC3}" destId="{C3E023A9-0A58-C548-B3A2-A6567F53936A}" srcOrd="1" destOrd="0" presId="urn:microsoft.com/office/officeart/2005/8/layout/hierarchy1"/>
    <dgm:cxn modelId="{0E7B1F63-2B68-2449-B46A-EC31938CA873}" type="presParOf" srcId="{AFCDA958-9F6F-3F4C-B579-E0EBB4500342}" destId="{A478F578-AE88-FF47-997A-AFE0616ECF73}" srcOrd="1" destOrd="0" presId="urn:microsoft.com/office/officeart/2005/8/layout/hierarchy1"/>
    <dgm:cxn modelId="{A2F3F2F8-2989-C04E-B25D-D566BA912827}" type="presParOf" srcId="{B11BDE26-E173-1F4E-903A-781B17014AA4}" destId="{36FDA818-B954-3B4F-8AE9-D533F4CF49D3}" srcOrd="2" destOrd="0" presId="urn:microsoft.com/office/officeart/2005/8/layout/hierarchy1"/>
    <dgm:cxn modelId="{59EDF6AF-6FEC-9347-8250-301A35843DE7}" type="presParOf" srcId="{36FDA818-B954-3B4F-8AE9-D533F4CF49D3}" destId="{BEC55FB8-2F7E-D745-A3F5-7977D6EFB2E8}" srcOrd="0" destOrd="0" presId="urn:microsoft.com/office/officeart/2005/8/layout/hierarchy1"/>
    <dgm:cxn modelId="{FC0FE5D2-634D-F74E-BE6A-BA2C8643DD4A}" type="presParOf" srcId="{BEC55FB8-2F7E-D745-A3F5-7977D6EFB2E8}" destId="{36796182-9CBD-2E43-9135-20F0CFAE99F6}" srcOrd="0" destOrd="0" presId="urn:microsoft.com/office/officeart/2005/8/layout/hierarchy1"/>
    <dgm:cxn modelId="{2D0D1C94-6276-CE4A-A375-E36FB5CB4204}" type="presParOf" srcId="{BEC55FB8-2F7E-D745-A3F5-7977D6EFB2E8}" destId="{467427C4-BFBD-A040-B616-EBFD7FE89529}" srcOrd="1" destOrd="0" presId="urn:microsoft.com/office/officeart/2005/8/layout/hierarchy1"/>
    <dgm:cxn modelId="{410C0026-A715-EB48-B0DF-1B028D75083C}" type="presParOf" srcId="{36FDA818-B954-3B4F-8AE9-D533F4CF49D3}" destId="{B915EACD-5908-3442-8FE7-6B7E370D478C}"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A7AB7D5-C6B6-47AC-93DA-312274574471}"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89FE037-D222-40D7-9D9F-F39C5227D7B2}">
      <dgm:prSet/>
      <dgm:spPr/>
      <dgm:t>
        <a:bodyPr/>
        <a:lstStyle/>
        <a:p>
          <a:pPr>
            <a:defRPr b="1"/>
          </a:pPr>
          <a:r>
            <a:rPr lang="en-US" baseline="0"/>
            <a:t>First computational analysis linking:</a:t>
          </a:r>
          <a:endParaRPr lang="en-US"/>
        </a:p>
      </dgm:t>
    </dgm:pt>
    <dgm:pt modelId="{BFB72346-2EBE-4A8E-86BB-4A10519D7FD4}" type="parTrans" cxnId="{D825AFD0-1E14-4F9C-92EA-8CDD97E3A232}">
      <dgm:prSet/>
      <dgm:spPr/>
      <dgm:t>
        <a:bodyPr/>
        <a:lstStyle/>
        <a:p>
          <a:endParaRPr lang="en-US"/>
        </a:p>
      </dgm:t>
    </dgm:pt>
    <dgm:pt modelId="{3BFC4AE4-CBE0-4C28-B0B8-7D9954E3DAFD}" type="sibTrans" cxnId="{D825AFD0-1E14-4F9C-92EA-8CDD97E3A232}">
      <dgm:prSet/>
      <dgm:spPr/>
      <dgm:t>
        <a:bodyPr/>
        <a:lstStyle/>
        <a:p>
          <a:endParaRPr lang="en-US"/>
        </a:p>
      </dgm:t>
    </dgm:pt>
    <dgm:pt modelId="{5BB4965A-261B-4B5E-B866-4F64555D5239}">
      <dgm:prSet/>
      <dgm:spPr/>
      <dgm:t>
        <a:bodyPr/>
        <a:lstStyle/>
        <a:p>
          <a:r>
            <a:rPr lang="en-US" i="1" baseline="0"/>
            <a:t>Code-switching</a:t>
          </a:r>
          <a:endParaRPr lang="en-US"/>
        </a:p>
      </dgm:t>
    </dgm:pt>
    <dgm:pt modelId="{3B22AC51-AE0E-4F6A-98C1-D05D7D041FDC}" type="parTrans" cxnId="{D9DA0057-9118-418B-A87E-D4CC85AA0551}">
      <dgm:prSet/>
      <dgm:spPr/>
      <dgm:t>
        <a:bodyPr/>
        <a:lstStyle/>
        <a:p>
          <a:endParaRPr lang="en-US"/>
        </a:p>
      </dgm:t>
    </dgm:pt>
    <dgm:pt modelId="{16497BC3-4B61-4F24-8F21-177F1DFED3E6}" type="sibTrans" cxnId="{D9DA0057-9118-418B-A87E-D4CC85AA0551}">
      <dgm:prSet/>
      <dgm:spPr/>
      <dgm:t>
        <a:bodyPr/>
        <a:lstStyle/>
        <a:p>
          <a:endParaRPr lang="en-US"/>
        </a:p>
      </dgm:t>
    </dgm:pt>
    <dgm:pt modelId="{E7922AAB-0CB3-47FC-8B94-0C7DBB65B44A}">
      <dgm:prSet/>
      <dgm:spPr/>
      <dgm:t>
        <a:bodyPr/>
        <a:lstStyle/>
        <a:p>
          <a:r>
            <a:rPr lang="en-US" i="1" baseline="0"/>
            <a:t>Billboard chart context</a:t>
          </a:r>
          <a:endParaRPr lang="en-US"/>
        </a:p>
      </dgm:t>
    </dgm:pt>
    <dgm:pt modelId="{3F53C268-FEDA-4629-A298-9466915F1971}" type="parTrans" cxnId="{D7928915-5501-4D30-AB53-84E846E9A3A7}">
      <dgm:prSet/>
      <dgm:spPr/>
      <dgm:t>
        <a:bodyPr/>
        <a:lstStyle/>
        <a:p>
          <a:endParaRPr lang="en-US"/>
        </a:p>
      </dgm:t>
    </dgm:pt>
    <dgm:pt modelId="{0658FE42-1B80-475C-8A5C-28CE6C6DF5FC}" type="sibTrans" cxnId="{D7928915-5501-4D30-AB53-84E846E9A3A7}">
      <dgm:prSet/>
      <dgm:spPr/>
      <dgm:t>
        <a:bodyPr/>
        <a:lstStyle/>
        <a:p>
          <a:endParaRPr lang="en-US"/>
        </a:p>
      </dgm:t>
    </dgm:pt>
    <dgm:pt modelId="{9B6EF872-65F5-47E8-9368-5CF7962175A6}">
      <dgm:prSet/>
      <dgm:spPr/>
      <dgm:t>
        <a:bodyPr/>
        <a:lstStyle/>
        <a:p>
          <a:pPr>
            <a:defRPr b="1"/>
          </a:pPr>
          <a:r>
            <a:rPr lang="en-US" baseline="0"/>
            <a:t>Novel dataset combining chart metadata + multilingual lyrics.</a:t>
          </a:r>
          <a:endParaRPr lang="en-US"/>
        </a:p>
      </dgm:t>
    </dgm:pt>
    <dgm:pt modelId="{21F57F0E-3FC5-46BF-92F8-70FD51E6A471}" type="parTrans" cxnId="{1844E699-AFF0-48AB-A122-DA5E168D1D7C}">
      <dgm:prSet/>
      <dgm:spPr/>
      <dgm:t>
        <a:bodyPr/>
        <a:lstStyle/>
        <a:p>
          <a:endParaRPr lang="en-US"/>
        </a:p>
      </dgm:t>
    </dgm:pt>
    <dgm:pt modelId="{F3CDEA31-05E0-4AEB-AC58-46CE7AF7CC9E}" type="sibTrans" cxnId="{1844E699-AFF0-48AB-A122-DA5E168D1D7C}">
      <dgm:prSet/>
      <dgm:spPr/>
      <dgm:t>
        <a:bodyPr/>
        <a:lstStyle/>
        <a:p>
          <a:endParaRPr lang="en-US"/>
        </a:p>
      </dgm:t>
    </dgm:pt>
    <dgm:pt modelId="{E38496F3-4599-41F5-9573-E552EBF565CC}" type="pres">
      <dgm:prSet presAssocID="{5A7AB7D5-C6B6-47AC-93DA-312274574471}" presName="root" presStyleCnt="0">
        <dgm:presLayoutVars>
          <dgm:dir/>
          <dgm:resizeHandles val="exact"/>
        </dgm:presLayoutVars>
      </dgm:prSet>
      <dgm:spPr/>
    </dgm:pt>
    <dgm:pt modelId="{A8120F58-7A84-4B6E-B69A-A8D7287E1131}" type="pres">
      <dgm:prSet presAssocID="{389FE037-D222-40D7-9D9F-F39C5227D7B2}" presName="compNode" presStyleCnt="0"/>
      <dgm:spPr/>
    </dgm:pt>
    <dgm:pt modelId="{4460A20A-8994-4E6A-8298-B62396457038}" type="pres">
      <dgm:prSet presAssocID="{389FE037-D222-40D7-9D9F-F39C5227D7B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dvertising"/>
        </a:ext>
      </dgm:extLst>
    </dgm:pt>
    <dgm:pt modelId="{890FD035-6810-40B2-A739-C25BC4938CAD}" type="pres">
      <dgm:prSet presAssocID="{389FE037-D222-40D7-9D9F-F39C5227D7B2}" presName="iconSpace" presStyleCnt="0"/>
      <dgm:spPr/>
    </dgm:pt>
    <dgm:pt modelId="{82A942F6-31D2-4730-B176-F460FEEE0FDF}" type="pres">
      <dgm:prSet presAssocID="{389FE037-D222-40D7-9D9F-F39C5227D7B2}" presName="parTx" presStyleLbl="revTx" presStyleIdx="0" presStyleCnt="4">
        <dgm:presLayoutVars>
          <dgm:chMax val="0"/>
          <dgm:chPref val="0"/>
        </dgm:presLayoutVars>
      </dgm:prSet>
      <dgm:spPr/>
    </dgm:pt>
    <dgm:pt modelId="{9CC44A02-0C3B-469D-B332-5F10C2520CC7}" type="pres">
      <dgm:prSet presAssocID="{389FE037-D222-40D7-9D9F-F39C5227D7B2}" presName="txSpace" presStyleCnt="0"/>
      <dgm:spPr/>
    </dgm:pt>
    <dgm:pt modelId="{DB1568A4-DDCD-43ED-9E44-36B73B75B58F}" type="pres">
      <dgm:prSet presAssocID="{389FE037-D222-40D7-9D9F-F39C5227D7B2}" presName="desTx" presStyleLbl="revTx" presStyleIdx="1" presStyleCnt="4">
        <dgm:presLayoutVars/>
      </dgm:prSet>
      <dgm:spPr/>
    </dgm:pt>
    <dgm:pt modelId="{ACBC6BC5-2727-4A25-B5CD-D67793A66528}" type="pres">
      <dgm:prSet presAssocID="{3BFC4AE4-CBE0-4C28-B0B8-7D9954E3DAFD}" presName="sibTrans" presStyleCnt="0"/>
      <dgm:spPr/>
    </dgm:pt>
    <dgm:pt modelId="{1A0E8836-8BB8-4C71-84B6-FC5A8F0850AA}" type="pres">
      <dgm:prSet presAssocID="{9B6EF872-65F5-47E8-9368-5CF7962175A6}" presName="compNode" presStyleCnt="0"/>
      <dgm:spPr/>
    </dgm:pt>
    <dgm:pt modelId="{26ED6F71-8D5C-4651-B6A3-6832EF7D900B}" type="pres">
      <dgm:prSet presAssocID="{9B6EF872-65F5-47E8-9368-5CF7962175A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C9ED2A55-5F5F-4670-BB6F-4AFA7A3C6D37}" type="pres">
      <dgm:prSet presAssocID="{9B6EF872-65F5-47E8-9368-5CF7962175A6}" presName="iconSpace" presStyleCnt="0"/>
      <dgm:spPr/>
    </dgm:pt>
    <dgm:pt modelId="{69C39EE9-987A-4086-9915-5486F35B4DC3}" type="pres">
      <dgm:prSet presAssocID="{9B6EF872-65F5-47E8-9368-5CF7962175A6}" presName="parTx" presStyleLbl="revTx" presStyleIdx="2" presStyleCnt="4">
        <dgm:presLayoutVars>
          <dgm:chMax val="0"/>
          <dgm:chPref val="0"/>
        </dgm:presLayoutVars>
      </dgm:prSet>
      <dgm:spPr/>
    </dgm:pt>
    <dgm:pt modelId="{CBED769D-3B88-4A8F-811C-1E574AAFEA58}" type="pres">
      <dgm:prSet presAssocID="{9B6EF872-65F5-47E8-9368-5CF7962175A6}" presName="txSpace" presStyleCnt="0"/>
      <dgm:spPr/>
    </dgm:pt>
    <dgm:pt modelId="{EA3526DD-94CA-48E6-A206-40C2618BB20E}" type="pres">
      <dgm:prSet presAssocID="{9B6EF872-65F5-47E8-9368-5CF7962175A6}" presName="desTx" presStyleLbl="revTx" presStyleIdx="3" presStyleCnt="4">
        <dgm:presLayoutVars/>
      </dgm:prSet>
      <dgm:spPr/>
    </dgm:pt>
  </dgm:ptLst>
  <dgm:cxnLst>
    <dgm:cxn modelId="{D7928915-5501-4D30-AB53-84E846E9A3A7}" srcId="{389FE037-D222-40D7-9D9F-F39C5227D7B2}" destId="{E7922AAB-0CB3-47FC-8B94-0C7DBB65B44A}" srcOrd="1" destOrd="0" parTransId="{3F53C268-FEDA-4629-A298-9466915F1971}" sibTransId="{0658FE42-1B80-475C-8A5C-28CE6C6DF5FC}"/>
    <dgm:cxn modelId="{0094AE25-9736-4D4E-8F72-41CE9B189BF7}" type="presOf" srcId="{389FE037-D222-40D7-9D9F-F39C5227D7B2}" destId="{82A942F6-31D2-4730-B176-F460FEEE0FDF}" srcOrd="0" destOrd="0" presId="urn:microsoft.com/office/officeart/2018/5/layout/CenteredIconLabelDescriptionList"/>
    <dgm:cxn modelId="{D9DA0057-9118-418B-A87E-D4CC85AA0551}" srcId="{389FE037-D222-40D7-9D9F-F39C5227D7B2}" destId="{5BB4965A-261B-4B5E-B866-4F64555D5239}" srcOrd="0" destOrd="0" parTransId="{3B22AC51-AE0E-4F6A-98C1-D05D7D041FDC}" sibTransId="{16497BC3-4B61-4F24-8F21-177F1DFED3E6}"/>
    <dgm:cxn modelId="{4EC7466E-D347-46A4-B5E7-69E8AC1AF55B}" type="presOf" srcId="{5BB4965A-261B-4B5E-B866-4F64555D5239}" destId="{DB1568A4-DDCD-43ED-9E44-36B73B75B58F}" srcOrd="0" destOrd="0" presId="urn:microsoft.com/office/officeart/2018/5/layout/CenteredIconLabelDescriptionList"/>
    <dgm:cxn modelId="{B7FAE46F-8BBD-4655-986D-A0CBDEE0EFEA}" type="presOf" srcId="{5A7AB7D5-C6B6-47AC-93DA-312274574471}" destId="{E38496F3-4599-41F5-9573-E552EBF565CC}" srcOrd="0" destOrd="0" presId="urn:microsoft.com/office/officeart/2018/5/layout/CenteredIconLabelDescriptionList"/>
    <dgm:cxn modelId="{A77B3396-2C16-4B65-BCCC-B5B3F74B44A5}" type="presOf" srcId="{9B6EF872-65F5-47E8-9368-5CF7962175A6}" destId="{69C39EE9-987A-4086-9915-5486F35B4DC3}" srcOrd="0" destOrd="0" presId="urn:microsoft.com/office/officeart/2018/5/layout/CenteredIconLabelDescriptionList"/>
    <dgm:cxn modelId="{1844E699-AFF0-48AB-A122-DA5E168D1D7C}" srcId="{5A7AB7D5-C6B6-47AC-93DA-312274574471}" destId="{9B6EF872-65F5-47E8-9368-5CF7962175A6}" srcOrd="1" destOrd="0" parTransId="{21F57F0E-3FC5-46BF-92F8-70FD51E6A471}" sibTransId="{F3CDEA31-05E0-4AEB-AC58-46CE7AF7CC9E}"/>
    <dgm:cxn modelId="{BC9C269B-3518-409C-B30E-E87D4079D9A8}" type="presOf" srcId="{E7922AAB-0CB3-47FC-8B94-0C7DBB65B44A}" destId="{DB1568A4-DDCD-43ED-9E44-36B73B75B58F}" srcOrd="0" destOrd="1" presId="urn:microsoft.com/office/officeart/2018/5/layout/CenteredIconLabelDescriptionList"/>
    <dgm:cxn modelId="{D825AFD0-1E14-4F9C-92EA-8CDD97E3A232}" srcId="{5A7AB7D5-C6B6-47AC-93DA-312274574471}" destId="{389FE037-D222-40D7-9D9F-F39C5227D7B2}" srcOrd="0" destOrd="0" parTransId="{BFB72346-2EBE-4A8E-86BB-4A10519D7FD4}" sibTransId="{3BFC4AE4-CBE0-4C28-B0B8-7D9954E3DAFD}"/>
    <dgm:cxn modelId="{8F7F46C2-7FCD-407A-A56E-EC6C16AAF5BD}" type="presParOf" srcId="{E38496F3-4599-41F5-9573-E552EBF565CC}" destId="{A8120F58-7A84-4B6E-B69A-A8D7287E1131}" srcOrd="0" destOrd="0" presId="urn:microsoft.com/office/officeart/2018/5/layout/CenteredIconLabelDescriptionList"/>
    <dgm:cxn modelId="{0C1B1BE4-8657-4715-B0AB-EED21F7DAFAC}" type="presParOf" srcId="{A8120F58-7A84-4B6E-B69A-A8D7287E1131}" destId="{4460A20A-8994-4E6A-8298-B62396457038}" srcOrd="0" destOrd="0" presId="urn:microsoft.com/office/officeart/2018/5/layout/CenteredIconLabelDescriptionList"/>
    <dgm:cxn modelId="{72894EEF-191E-43C8-ADA0-98AAF0FE0CAC}" type="presParOf" srcId="{A8120F58-7A84-4B6E-B69A-A8D7287E1131}" destId="{890FD035-6810-40B2-A739-C25BC4938CAD}" srcOrd="1" destOrd="0" presId="urn:microsoft.com/office/officeart/2018/5/layout/CenteredIconLabelDescriptionList"/>
    <dgm:cxn modelId="{ECD07075-C465-4CAC-BB02-99690106292F}" type="presParOf" srcId="{A8120F58-7A84-4B6E-B69A-A8D7287E1131}" destId="{82A942F6-31D2-4730-B176-F460FEEE0FDF}" srcOrd="2" destOrd="0" presId="urn:microsoft.com/office/officeart/2018/5/layout/CenteredIconLabelDescriptionList"/>
    <dgm:cxn modelId="{FCE9C310-F283-49DE-8158-A64FA53F3F6D}" type="presParOf" srcId="{A8120F58-7A84-4B6E-B69A-A8D7287E1131}" destId="{9CC44A02-0C3B-469D-B332-5F10C2520CC7}" srcOrd="3" destOrd="0" presId="urn:microsoft.com/office/officeart/2018/5/layout/CenteredIconLabelDescriptionList"/>
    <dgm:cxn modelId="{35F7249A-071B-4A5F-B91E-01C00EBB4E64}" type="presParOf" srcId="{A8120F58-7A84-4B6E-B69A-A8D7287E1131}" destId="{DB1568A4-DDCD-43ED-9E44-36B73B75B58F}" srcOrd="4" destOrd="0" presId="urn:microsoft.com/office/officeart/2018/5/layout/CenteredIconLabelDescriptionList"/>
    <dgm:cxn modelId="{B570D8C2-F7E2-4A30-AEB7-7F29CF149CA0}" type="presParOf" srcId="{E38496F3-4599-41F5-9573-E552EBF565CC}" destId="{ACBC6BC5-2727-4A25-B5CD-D67793A66528}" srcOrd="1" destOrd="0" presId="urn:microsoft.com/office/officeart/2018/5/layout/CenteredIconLabelDescriptionList"/>
    <dgm:cxn modelId="{199EEED1-F0C5-4DF0-A178-A91D58080EF7}" type="presParOf" srcId="{E38496F3-4599-41F5-9573-E552EBF565CC}" destId="{1A0E8836-8BB8-4C71-84B6-FC5A8F0850AA}" srcOrd="2" destOrd="0" presId="urn:microsoft.com/office/officeart/2018/5/layout/CenteredIconLabelDescriptionList"/>
    <dgm:cxn modelId="{7673BE67-7BFD-47BD-8D7D-55FBF42F2A27}" type="presParOf" srcId="{1A0E8836-8BB8-4C71-84B6-FC5A8F0850AA}" destId="{26ED6F71-8D5C-4651-B6A3-6832EF7D900B}" srcOrd="0" destOrd="0" presId="urn:microsoft.com/office/officeart/2018/5/layout/CenteredIconLabelDescriptionList"/>
    <dgm:cxn modelId="{5567AF54-9F42-4F0C-998D-7821A0BBD0D4}" type="presParOf" srcId="{1A0E8836-8BB8-4C71-84B6-FC5A8F0850AA}" destId="{C9ED2A55-5F5F-4670-BB6F-4AFA7A3C6D37}" srcOrd="1" destOrd="0" presId="urn:microsoft.com/office/officeart/2018/5/layout/CenteredIconLabelDescriptionList"/>
    <dgm:cxn modelId="{D4FF2F21-E41C-4C19-B4A0-16123D5F8EE7}" type="presParOf" srcId="{1A0E8836-8BB8-4C71-84B6-FC5A8F0850AA}" destId="{69C39EE9-987A-4086-9915-5486F35B4DC3}" srcOrd="2" destOrd="0" presId="urn:microsoft.com/office/officeart/2018/5/layout/CenteredIconLabelDescriptionList"/>
    <dgm:cxn modelId="{694ABB20-C6D8-49F0-B44D-C07B04B9714B}" type="presParOf" srcId="{1A0E8836-8BB8-4C71-84B6-FC5A8F0850AA}" destId="{CBED769D-3B88-4A8F-811C-1E574AAFEA58}" srcOrd="3" destOrd="0" presId="urn:microsoft.com/office/officeart/2018/5/layout/CenteredIconLabelDescriptionList"/>
    <dgm:cxn modelId="{BCF4B025-E1C9-4E1D-9981-965253F2B2AE}" type="presParOf" srcId="{1A0E8836-8BB8-4C71-84B6-FC5A8F0850AA}" destId="{EA3526DD-94CA-48E6-A206-40C2618BB20E}" srcOrd="4" destOrd="0" presId="urn:microsoft.com/office/officeart/2018/5/layout/Centered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65B2F0B-437D-4EB4-82C4-7E31F9EE294B}"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DF40C78-14A4-4E40-9519-AA875C0D5A80}">
      <dgm:prSet/>
      <dgm:spPr/>
      <dgm:t>
        <a:bodyPr/>
        <a:lstStyle/>
        <a:p>
          <a:r>
            <a:rPr lang="en-US" baseline="0"/>
            <a:t>Only internationally successful songs → bias.</a:t>
          </a:r>
          <a:endParaRPr lang="en-US"/>
        </a:p>
      </dgm:t>
    </dgm:pt>
    <dgm:pt modelId="{5227EB55-0CE0-436A-9095-0D0CE1221EFE}" type="parTrans" cxnId="{C01C2AE9-1FA5-4F4E-A756-D5BC9D567966}">
      <dgm:prSet/>
      <dgm:spPr/>
      <dgm:t>
        <a:bodyPr/>
        <a:lstStyle/>
        <a:p>
          <a:endParaRPr lang="en-US"/>
        </a:p>
      </dgm:t>
    </dgm:pt>
    <dgm:pt modelId="{99B81957-06CB-4934-AF4B-2A21E0614094}" type="sibTrans" cxnId="{C01C2AE9-1FA5-4F4E-A756-D5BC9D567966}">
      <dgm:prSet/>
      <dgm:spPr/>
      <dgm:t>
        <a:bodyPr/>
        <a:lstStyle/>
        <a:p>
          <a:endParaRPr lang="en-US"/>
        </a:p>
      </dgm:t>
    </dgm:pt>
    <dgm:pt modelId="{41036033-EBC8-4E17-AD78-58B394637D80}">
      <dgm:prSet/>
      <dgm:spPr/>
      <dgm:t>
        <a:bodyPr/>
        <a:lstStyle/>
        <a:p>
          <a:r>
            <a:rPr lang="en-US" baseline="0"/>
            <a:t>Small sample size.</a:t>
          </a:r>
          <a:endParaRPr lang="en-US"/>
        </a:p>
      </dgm:t>
    </dgm:pt>
    <dgm:pt modelId="{DDFEF5B8-524D-477B-8B33-58BDEA6CEC8B}" type="parTrans" cxnId="{66D82B75-FF6F-4525-A8DA-604A08DDE882}">
      <dgm:prSet/>
      <dgm:spPr/>
      <dgm:t>
        <a:bodyPr/>
        <a:lstStyle/>
        <a:p>
          <a:endParaRPr lang="en-US"/>
        </a:p>
      </dgm:t>
    </dgm:pt>
    <dgm:pt modelId="{66506109-18FA-4A0A-81F4-76128D31E0AE}" type="sibTrans" cxnId="{66D82B75-FF6F-4525-A8DA-604A08DDE882}">
      <dgm:prSet/>
      <dgm:spPr/>
      <dgm:t>
        <a:bodyPr/>
        <a:lstStyle/>
        <a:p>
          <a:endParaRPr lang="en-US"/>
        </a:p>
      </dgm:t>
    </dgm:pt>
    <dgm:pt modelId="{C696455B-7DEA-422E-8150-882147F17E49}">
      <dgm:prSet/>
      <dgm:spPr/>
      <dgm:t>
        <a:bodyPr/>
        <a:lstStyle/>
        <a:p>
          <a:r>
            <a:rPr lang="en-US" baseline="0"/>
            <a:t>No audio/visual context (important for K-pop’s multimodality).</a:t>
          </a:r>
          <a:endParaRPr lang="en-US"/>
        </a:p>
      </dgm:t>
    </dgm:pt>
    <dgm:pt modelId="{43251045-E4D4-4ACE-95DA-54C2125BDBE1}" type="parTrans" cxnId="{9F460306-7C50-4FD1-95D2-47FAFB7C2167}">
      <dgm:prSet/>
      <dgm:spPr/>
      <dgm:t>
        <a:bodyPr/>
        <a:lstStyle/>
        <a:p>
          <a:endParaRPr lang="en-US"/>
        </a:p>
      </dgm:t>
    </dgm:pt>
    <dgm:pt modelId="{A6C82C4C-B873-4787-B0B2-6AE9012FF0A0}" type="sibTrans" cxnId="{9F460306-7C50-4FD1-95D2-47FAFB7C2167}">
      <dgm:prSet/>
      <dgm:spPr/>
      <dgm:t>
        <a:bodyPr/>
        <a:lstStyle/>
        <a:p>
          <a:endParaRPr lang="en-US"/>
        </a:p>
      </dgm:t>
    </dgm:pt>
    <dgm:pt modelId="{7F4A86DA-C6EF-4D66-B734-1109A9FA9C93}">
      <dgm:prSet/>
      <dgm:spPr/>
      <dgm:t>
        <a:bodyPr/>
        <a:lstStyle/>
        <a:p>
          <a:r>
            <a:rPr lang="en-US" baseline="0"/>
            <a:t>Simplifies linguistic structure of Korean.</a:t>
          </a:r>
          <a:endParaRPr lang="en-US"/>
        </a:p>
      </dgm:t>
    </dgm:pt>
    <dgm:pt modelId="{497A6D40-C1BE-4A8A-90BD-AF42CBC07BA4}" type="parTrans" cxnId="{C3434C26-CB87-4BFE-8227-06A89EF1ED3A}">
      <dgm:prSet/>
      <dgm:spPr/>
      <dgm:t>
        <a:bodyPr/>
        <a:lstStyle/>
        <a:p>
          <a:endParaRPr lang="en-US"/>
        </a:p>
      </dgm:t>
    </dgm:pt>
    <dgm:pt modelId="{178B9426-A4BE-490C-A748-40D83A949F4C}" type="sibTrans" cxnId="{C3434C26-CB87-4BFE-8227-06A89EF1ED3A}">
      <dgm:prSet/>
      <dgm:spPr/>
      <dgm:t>
        <a:bodyPr/>
        <a:lstStyle/>
        <a:p>
          <a:endParaRPr lang="en-US"/>
        </a:p>
      </dgm:t>
    </dgm:pt>
    <dgm:pt modelId="{DFB5E330-1BCE-44A1-93E5-43675A2D772A}" type="pres">
      <dgm:prSet presAssocID="{C65B2F0B-437D-4EB4-82C4-7E31F9EE294B}" presName="root" presStyleCnt="0">
        <dgm:presLayoutVars>
          <dgm:dir/>
          <dgm:resizeHandles val="exact"/>
        </dgm:presLayoutVars>
      </dgm:prSet>
      <dgm:spPr/>
    </dgm:pt>
    <dgm:pt modelId="{B1794D58-B191-487D-A07D-637B60CE38CD}" type="pres">
      <dgm:prSet presAssocID="{BDF40C78-14A4-4E40-9519-AA875C0D5A80}" presName="compNode" presStyleCnt="0"/>
      <dgm:spPr/>
    </dgm:pt>
    <dgm:pt modelId="{6A2EA5B8-5CAA-43F5-908D-2A669166B4EE}" type="pres">
      <dgm:prSet presAssocID="{BDF40C78-14A4-4E40-9519-AA875C0D5A8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a:ext>
      </dgm:extLst>
    </dgm:pt>
    <dgm:pt modelId="{70E57E93-19DC-4F26-8430-1C76008EB617}" type="pres">
      <dgm:prSet presAssocID="{BDF40C78-14A4-4E40-9519-AA875C0D5A80}" presName="spaceRect" presStyleCnt="0"/>
      <dgm:spPr/>
    </dgm:pt>
    <dgm:pt modelId="{A568DAED-F262-4C7F-837C-7186726C9430}" type="pres">
      <dgm:prSet presAssocID="{BDF40C78-14A4-4E40-9519-AA875C0D5A80}" presName="textRect" presStyleLbl="revTx" presStyleIdx="0" presStyleCnt="4">
        <dgm:presLayoutVars>
          <dgm:chMax val="1"/>
          <dgm:chPref val="1"/>
        </dgm:presLayoutVars>
      </dgm:prSet>
      <dgm:spPr/>
    </dgm:pt>
    <dgm:pt modelId="{6B0A95E7-531E-4AF0-8EB8-60A75D3857D3}" type="pres">
      <dgm:prSet presAssocID="{99B81957-06CB-4934-AF4B-2A21E0614094}" presName="sibTrans" presStyleCnt="0"/>
      <dgm:spPr/>
    </dgm:pt>
    <dgm:pt modelId="{F91B445B-858F-48E6-BC80-EA46459A3476}" type="pres">
      <dgm:prSet presAssocID="{41036033-EBC8-4E17-AD78-58B394637D80}" presName="compNode" presStyleCnt="0"/>
      <dgm:spPr/>
    </dgm:pt>
    <dgm:pt modelId="{9CEB60AD-E3E1-4E55-BB83-E23EC76B1A4E}" type="pres">
      <dgm:prSet presAssocID="{41036033-EBC8-4E17-AD78-58B394637D8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lle"/>
        </a:ext>
      </dgm:extLst>
    </dgm:pt>
    <dgm:pt modelId="{60273AE9-20A4-4C44-9129-F53E5A3AC5C1}" type="pres">
      <dgm:prSet presAssocID="{41036033-EBC8-4E17-AD78-58B394637D80}" presName="spaceRect" presStyleCnt="0"/>
      <dgm:spPr/>
    </dgm:pt>
    <dgm:pt modelId="{8025F0A4-C077-4EB7-8546-3158D2DB35BD}" type="pres">
      <dgm:prSet presAssocID="{41036033-EBC8-4E17-AD78-58B394637D80}" presName="textRect" presStyleLbl="revTx" presStyleIdx="1" presStyleCnt="4">
        <dgm:presLayoutVars>
          <dgm:chMax val="1"/>
          <dgm:chPref val="1"/>
        </dgm:presLayoutVars>
      </dgm:prSet>
      <dgm:spPr/>
    </dgm:pt>
    <dgm:pt modelId="{FE732024-3967-4BF5-B081-F02F4C911FA8}" type="pres">
      <dgm:prSet presAssocID="{66506109-18FA-4A0A-81F4-76128D31E0AE}" presName="sibTrans" presStyleCnt="0"/>
      <dgm:spPr/>
    </dgm:pt>
    <dgm:pt modelId="{198124C5-0528-4D2B-BB35-AB526E50E279}" type="pres">
      <dgm:prSet presAssocID="{C696455B-7DEA-422E-8150-882147F17E49}" presName="compNode" presStyleCnt="0"/>
      <dgm:spPr/>
    </dgm:pt>
    <dgm:pt modelId="{95BE6EE1-E251-46B7-BD3F-2DC9689AE090}" type="pres">
      <dgm:prSet presAssocID="{C696455B-7DEA-422E-8150-882147F17E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odcast"/>
        </a:ext>
      </dgm:extLst>
    </dgm:pt>
    <dgm:pt modelId="{1893CC96-AE2B-4813-A3C6-444E999B9596}" type="pres">
      <dgm:prSet presAssocID="{C696455B-7DEA-422E-8150-882147F17E49}" presName="spaceRect" presStyleCnt="0"/>
      <dgm:spPr/>
    </dgm:pt>
    <dgm:pt modelId="{42AC7268-2914-48BA-B4D7-566AB3FAFCEB}" type="pres">
      <dgm:prSet presAssocID="{C696455B-7DEA-422E-8150-882147F17E49}" presName="textRect" presStyleLbl="revTx" presStyleIdx="2" presStyleCnt="4">
        <dgm:presLayoutVars>
          <dgm:chMax val="1"/>
          <dgm:chPref val="1"/>
        </dgm:presLayoutVars>
      </dgm:prSet>
      <dgm:spPr/>
    </dgm:pt>
    <dgm:pt modelId="{24B28A97-2778-4A82-9496-2E7E57C0F057}" type="pres">
      <dgm:prSet presAssocID="{A6C82C4C-B873-4787-B0B2-6AE9012FF0A0}" presName="sibTrans" presStyleCnt="0"/>
      <dgm:spPr/>
    </dgm:pt>
    <dgm:pt modelId="{772C9EFA-11F0-4A5C-A4D9-1B10FD993D88}" type="pres">
      <dgm:prSet presAssocID="{7F4A86DA-C6EF-4D66-B734-1109A9FA9C93}" presName="compNode" presStyleCnt="0"/>
      <dgm:spPr/>
    </dgm:pt>
    <dgm:pt modelId="{0DB3589D-1364-4624-AF0C-D77F2027D523}" type="pres">
      <dgm:prSet presAssocID="{7F4A86DA-C6EF-4D66-B734-1109A9FA9C9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EBAAFCDE-9629-4D2A-B6D9-DFE45241FE6D}" type="pres">
      <dgm:prSet presAssocID="{7F4A86DA-C6EF-4D66-B734-1109A9FA9C93}" presName="spaceRect" presStyleCnt="0"/>
      <dgm:spPr/>
    </dgm:pt>
    <dgm:pt modelId="{1A3F45F6-6DE2-4501-BF89-A06064C27E9B}" type="pres">
      <dgm:prSet presAssocID="{7F4A86DA-C6EF-4D66-B734-1109A9FA9C93}" presName="textRect" presStyleLbl="revTx" presStyleIdx="3" presStyleCnt="4">
        <dgm:presLayoutVars>
          <dgm:chMax val="1"/>
          <dgm:chPref val="1"/>
        </dgm:presLayoutVars>
      </dgm:prSet>
      <dgm:spPr/>
    </dgm:pt>
  </dgm:ptLst>
  <dgm:cxnLst>
    <dgm:cxn modelId="{C45DD301-0510-4924-9073-9FE6764A1A7F}" type="presOf" srcId="{C65B2F0B-437D-4EB4-82C4-7E31F9EE294B}" destId="{DFB5E330-1BCE-44A1-93E5-43675A2D772A}" srcOrd="0" destOrd="0" presId="urn:microsoft.com/office/officeart/2018/2/layout/IconLabelList"/>
    <dgm:cxn modelId="{9F460306-7C50-4FD1-95D2-47FAFB7C2167}" srcId="{C65B2F0B-437D-4EB4-82C4-7E31F9EE294B}" destId="{C696455B-7DEA-422E-8150-882147F17E49}" srcOrd="2" destOrd="0" parTransId="{43251045-E4D4-4ACE-95DA-54C2125BDBE1}" sibTransId="{A6C82C4C-B873-4787-B0B2-6AE9012FF0A0}"/>
    <dgm:cxn modelId="{C3434C26-CB87-4BFE-8227-06A89EF1ED3A}" srcId="{C65B2F0B-437D-4EB4-82C4-7E31F9EE294B}" destId="{7F4A86DA-C6EF-4D66-B734-1109A9FA9C93}" srcOrd="3" destOrd="0" parTransId="{497A6D40-C1BE-4A8A-90BD-AF42CBC07BA4}" sibTransId="{178B9426-A4BE-490C-A748-40D83A949F4C}"/>
    <dgm:cxn modelId="{1DB7CB50-1913-47A9-B15A-494C0792F772}" type="presOf" srcId="{41036033-EBC8-4E17-AD78-58B394637D80}" destId="{8025F0A4-C077-4EB7-8546-3158D2DB35BD}" srcOrd="0" destOrd="0" presId="urn:microsoft.com/office/officeart/2018/2/layout/IconLabelList"/>
    <dgm:cxn modelId="{66D82B75-FF6F-4525-A8DA-604A08DDE882}" srcId="{C65B2F0B-437D-4EB4-82C4-7E31F9EE294B}" destId="{41036033-EBC8-4E17-AD78-58B394637D80}" srcOrd="1" destOrd="0" parTransId="{DDFEF5B8-524D-477B-8B33-58BDEA6CEC8B}" sibTransId="{66506109-18FA-4A0A-81F4-76128D31E0AE}"/>
    <dgm:cxn modelId="{AB0A2AC2-598B-43B2-A439-C32F5C2CBBC3}" type="presOf" srcId="{7F4A86DA-C6EF-4D66-B734-1109A9FA9C93}" destId="{1A3F45F6-6DE2-4501-BF89-A06064C27E9B}" srcOrd="0" destOrd="0" presId="urn:microsoft.com/office/officeart/2018/2/layout/IconLabelList"/>
    <dgm:cxn modelId="{990BA2E3-91D2-4913-97F0-0598443CAC3D}" type="presOf" srcId="{C696455B-7DEA-422E-8150-882147F17E49}" destId="{42AC7268-2914-48BA-B4D7-566AB3FAFCEB}" srcOrd="0" destOrd="0" presId="urn:microsoft.com/office/officeart/2018/2/layout/IconLabelList"/>
    <dgm:cxn modelId="{C01C2AE9-1FA5-4F4E-A756-D5BC9D567966}" srcId="{C65B2F0B-437D-4EB4-82C4-7E31F9EE294B}" destId="{BDF40C78-14A4-4E40-9519-AA875C0D5A80}" srcOrd="0" destOrd="0" parTransId="{5227EB55-0CE0-436A-9095-0D0CE1221EFE}" sibTransId="{99B81957-06CB-4934-AF4B-2A21E0614094}"/>
    <dgm:cxn modelId="{31FC7FFA-B40F-45B0-B8F1-B5A821827AB1}" type="presOf" srcId="{BDF40C78-14A4-4E40-9519-AA875C0D5A80}" destId="{A568DAED-F262-4C7F-837C-7186726C9430}" srcOrd="0" destOrd="0" presId="urn:microsoft.com/office/officeart/2018/2/layout/IconLabelList"/>
    <dgm:cxn modelId="{8FB94EE0-7169-488D-A23C-5237692C2C6C}" type="presParOf" srcId="{DFB5E330-1BCE-44A1-93E5-43675A2D772A}" destId="{B1794D58-B191-487D-A07D-637B60CE38CD}" srcOrd="0" destOrd="0" presId="urn:microsoft.com/office/officeart/2018/2/layout/IconLabelList"/>
    <dgm:cxn modelId="{039F8F52-BCEF-4A7E-B33F-9F774D4972EC}" type="presParOf" srcId="{B1794D58-B191-487D-A07D-637B60CE38CD}" destId="{6A2EA5B8-5CAA-43F5-908D-2A669166B4EE}" srcOrd="0" destOrd="0" presId="urn:microsoft.com/office/officeart/2018/2/layout/IconLabelList"/>
    <dgm:cxn modelId="{46DCFBCC-3ACA-40A5-8A52-225429865C57}" type="presParOf" srcId="{B1794D58-B191-487D-A07D-637B60CE38CD}" destId="{70E57E93-19DC-4F26-8430-1C76008EB617}" srcOrd="1" destOrd="0" presId="urn:microsoft.com/office/officeart/2018/2/layout/IconLabelList"/>
    <dgm:cxn modelId="{601F493A-83CA-4110-AF65-F095C6EC05AD}" type="presParOf" srcId="{B1794D58-B191-487D-A07D-637B60CE38CD}" destId="{A568DAED-F262-4C7F-837C-7186726C9430}" srcOrd="2" destOrd="0" presId="urn:microsoft.com/office/officeart/2018/2/layout/IconLabelList"/>
    <dgm:cxn modelId="{A46F97D8-4E17-4660-99AD-63E2C00B418C}" type="presParOf" srcId="{DFB5E330-1BCE-44A1-93E5-43675A2D772A}" destId="{6B0A95E7-531E-4AF0-8EB8-60A75D3857D3}" srcOrd="1" destOrd="0" presId="urn:microsoft.com/office/officeart/2018/2/layout/IconLabelList"/>
    <dgm:cxn modelId="{89661727-47CB-4634-8B2E-BCA07D0C3E9D}" type="presParOf" srcId="{DFB5E330-1BCE-44A1-93E5-43675A2D772A}" destId="{F91B445B-858F-48E6-BC80-EA46459A3476}" srcOrd="2" destOrd="0" presId="urn:microsoft.com/office/officeart/2018/2/layout/IconLabelList"/>
    <dgm:cxn modelId="{DC1EC864-64C3-4F2F-9C72-5C473B6C5E04}" type="presParOf" srcId="{F91B445B-858F-48E6-BC80-EA46459A3476}" destId="{9CEB60AD-E3E1-4E55-BB83-E23EC76B1A4E}" srcOrd="0" destOrd="0" presId="urn:microsoft.com/office/officeart/2018/2/layout/IconLabelList"/>
    <dgm:cxn modelId="{2073031D-54EA-4B43-AC70-76E6EB8DC574}" type="presParOf" srcId="{F91B445B-858F-48E6-BC80-EA46459A3476}" destId="{60273AE9-20A4-4C44-9129-F53E5A3AC5C1}" srcOrd="1" destOrd="0" presId="urn:microsoft.com/office/officeart/2018/2/layout/IconLabelList"/>
    <dgm:cxn modelId="{CD85B6EA-2BD4-48C7-8098-7CAB0FFBDA00}" type="presParOf" srcId="{F91B445B-858F-48E6-BC80-EA46459A3476}" destId="{8025F0A4-C077-4EB7-8546-3158D2DB35BD}" srcOrd="2" destOrd="0" presId="urn:microsoft.com/office/officeart/2018/2/layout/IconLabelList"/>
    <dgm:cxn modelId="{EBA6CC44-F69F-4A4A-AE02-542A4B3AEE36}" type="presParOf" srcId="{DFB5E330-1BCE-44A1-93E5-43675A2D772A}" destId="{FE732024-3967-4BF5-B081-F02F4C911FA8}" srcOrd="3" destOrd="0" presId="urn:microsoft.com/office/officeart/2018/2/layout/IconLabelList"/>
    <dgm:cxn modelId="{630E0541-9A44-4A4C-955F-97E7CD9E984A}" type="presParOf" srcId="{DFB5E330-1BCE-44A1-93E5-43675A2D772A}" destId="{198124C5-0528-4D2B-BB35-AB526E50E279}" srcOrd="4" destOrd="0" presId="urn:microsoft.com/office/officeart/2018/2/layout/IconLabelList"/>
    <dgm:cxn modelId="{14E76A74-63D5-4F0D-907A-E9955B998EBE}" type="presParOf" srcId="{198124C5-0528-4D2B-BB35-AB526E50E279}" destId="{95BE6EE1-E251-46B7-BD3F-2DC9689AE090}" srcOrd="0" destOrd="0" presId="urn:microsoft.com/office/officeart/2018/2/layout/IconLabelList"/>
    <dgm:cxn modelId="{1506BFB3-F7D1-4D18-816C-C38655E6E13B}" type="presParOf" srcId="{198124C5-0528-4D2B-BB35-AB526E50E279}" destId="{1893CC96-AE2B-4813-A3C6-444E999B9596}" srcOrd="1" destOrd="0" presId="urn:microsoft.com/office/officeart/2018/2/layout/IconLabelList"/>
    <dgm:cxn modelId="{54B0F7CC-C3A2-456C-B234-A425CF69E45D}" type="presParOf" srcId="{198124C5-0528-4D2B-BB35-AB526E50E279}" destId="{42AC7268-2914-48BA-B4D7-566AB3FAFCEB}" srcOrd="2" destOrd="0" presId="urn:microsoft.com/office/officeart/2018/2/layout/IconLabelList"/>
    <dgm:cxn modelId="{D0655AE3-388C-4D78-B5E9-0E68C49747CF}" type="presParOf" srcId="{DFB5E330-1BCE-44A1-93E5-43675A2D772A}" destId="{24B28A97-2778-4A82-9496-2E7E57C0F057}" srcOrd="5" destOrd="0" presId="urn:microsoft.com/office/officeart/2018/2/layout/IconLabelList"/>
    <dgm:cxn modelId="{E16F4D1F-EC06-4500-8126-F973692571E8}" type="presParOf" srcId="{DFB5E330-1BCE-44A1-93E5-43675A2D772A}" destId="{772C9EFA-11F0-4A5C-A4D9-1B10FD993D88}" srcOrd="6" destOrd="0" presId="urn:microsoft.com/office/officeart/2018/2/layout/IconLabelList"/>
    <dgm:cxn modelId="{578F75FE-2A24-47F3-9460-CED726D53162}" type="presParOf" srcId="{772C9EFA-11F0-4A5C-A4D9-1B10FD993D88}" destId="{0DB3589D-1364-4624-AF0C-D77F2027D523}" srcOrd="0" destOrd="0" presId="urn:microsoft.com/office/officeart/2018/2/layout/IconLabelList"/>
    <dgm:cxn modelId="{D1B930B3-E634-46F6-915B-438421BF4E8A}" type="presParOf" srcId="{772C9EFA-11F0-4A5C-A4D9-1B10FD993D88}" destId="{EBAAFCDE-9629-4D2A-B6D9-DFE45241FE6D}" srcOrd="1" destOrd="0" presId="urn:microsoft.com/office/officeart/2018/2/layout/IconLabelList"/>
    <dgm:cxn modelId="{01D0A14D-6F86-49B6-966F-E55FD67E0238}" type="presParOf" srcId="{772C9EFA-11F0-4A5C-A4D9-1B10FD993D88}" destId="{1A3F45F6-6DE2-4501-BF89-A06064C27E9B}"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84192B5-FACA-4BF3-A187-D8053C20FA7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DD0EFF4-DE12-426D-9FAC-360B2A2749D7}">
      <dgm:prSet/>
      <dgm:spPr/>
      <dgm:t>
        <a:bodyPr/>
        <a:lstStyle/>
        <a:p>
          <a:r>
            <a:rPr lang="en-US" baseline="0"/>
            <a:t>Expand dataset (domestic charts, pre-2017, smaller agencies).</a:t>
          </a:r>
          <a:endParaRPr lang="en-US"/>
        </a:p>
      </dgm:t>
    </dgm:pt>
    <dgm:pt modelId="{6D4D82C3-1060-4B9D-B9A0-C7311575CAFE}" type="parTrans" cxnId="{5E0A5606-270D-4F90-BFEB-34048DD19CEA}">
      <dgm:prSet/>
      <dgm:spPr/>
      <dgm:t>
        <a:bodyPr/>
        <a:lstStyle/>
        <a:p>
          <a:endParaRPr lang="en-US"/>
        </a:p>
      </dgm:t>
    </dgm:pt>
    <dgm:pt modelId="{1DA8968F-BCA4-4522-A1C4-F0B527E91C06}" type="sibTrans" cxnId="{5E0A5606-270D-4F90-BFEB-34048DD19CEA}">
      <dgm:prSet/>
      <dgm:spPr/>
      <dgm:t>
        <a:bodyPr/>
        <a:lstStyle/>
        <a:p>
          <a:endParaRPr lang="en-US"/>
        </a:p>
      </dgm:t>
    </dgm:pt>
    <dgm:pt modelId="{D26A2A5F-C03B-4E10-95D7-B57CCF14068A}">
      <dgm:prSet/>
      <dgm:spPr/>
      <dgm:t>
        <a:bodyPr/>
        <a:lstStyle/>
        <a:p>
          <a:r>
            <a:rPr lang="en-US" baseline="0"/>
            <a:t>Include multimodal features (audio, choreography, MV aesthetics).</a:t>
          </a:r>
          <a:endParaRPr lang="en-US"/>
        </a:p>
      </dgm:t>
    </dgm:pt>
    <dgm:pt modelId="{6D01EA9D-C0E0-493B-9916-D3E86C2B7B2B}" type="parTrans" cxnId="{5534CB94-0EB4-4186-9125-CFF1DDFA79D2}">
      <dgm:prSet/>
      <dgm:spPr/>
      <dgm:t>
        <a:bodyPr/>
        <a:lstStyle/>
        <a:p>
          <a:endParaRPr lang="en-US"/>
        </a:p>
      </dgm:t>
    </dgm:pt>
    <dgm:pt modelId="{37D06332-CB86-4AAA-B0F5-A1EDB3AA95E5}" type="sibTrans" cxnId="{5534CB94-0EB4-4186-9125-CFF1DDFA79D2}">
      <dgm:prSet/>
      <dgm:spPr/>
      <dgm:t>
        <a:bodyPr/>
        <a:lstStyle/>
        <a:p>
          <a:endParaRPr lang="en-US"/>
        </a:p>
      </dgm:t>
    </dgm:pt>
    <dgm:pt modelId="{52333D6E-911E-403A-ABF1-F59D81D197C6}">
      <dgm:prSet/>
      <dgm:spPr/>
      <dgm:t>
        <a:bodyPr/>
        <a:lstStyle/>
        <a:p>
          <a:r>
            <a:rPr lang="en-US" baseline="0"/>
            <a:t>Chart-success prediction using linguistic + non-linguistic features.</a:t>
          </a:r>
          <a:endParaRPr lang="en-US"/>
        </a:p>
      </dgm:t>
    </dgm:pt>
    <dgm:pt modelId="{F5720F5E-9991-48E2-AC20-772B606C18E7}" type="parTrans" cxnId="{283EE628-ACC2-4502-8297-2B3BA23A21E9}">
      <dgm:prSet/>
      <dgm:spPr/>
      <dgm:t>
        <a:bodyPr/>
        <a:lstStyle/>
        <a:p>
          <a:endParaRPr lang="en-US"/>
        </a:p>
      </dgm:t>
    </dgm:pt>
    <dgm:pt modelId="{9E2AE5B7-B706-48FE-8AFD-7512855D5122}" type="sibTrans" cxnId="{283EE628-ACC2-4502-8297-2B3BA23A21E9}">
      <dgm:prSet/>
      <dgm:spPr/>
      <dgm:t>
        <a:bodyPr/>
        <a:lstStyle/>
        <a:p>
          <a:endParaRPr lang="en-US"/>
        </a:p>
      </dgm:t>
    </dgm:pt>
    <dgm:pt modelId="{BBA0778A-3772-41B3-9985-1BEED0F1C5E5}">
      <dgm:prSet/>
      <dgm:spPr/>
      <dgm:t>
        <a:bodyPr/>
        <a:lstStyle/>
        <a:p>
          <a:r>
            <a:rPr lang="en-US" baseline="0"/>
            <a:t>Collaboration with Korean linguists for deeper semantic analysis.</a:t>
          </a:r>
          <a:endParaRPr lang="en-US"/>
        </a:p>
      </dgm:t>
    </dgm:pt>
    <dgm:pt modelId="{AE7A075F-F5C5-45E9-9F44-8816732C8253}" type="parTrans" cxnId="{1E82A3B3-D4EE-4E1A-8409-B28BBACF3CE6}">
      <dgm:prSet/>
      <dgm:spPr/>
      <dgm:t>
        <a:bodyPr/>
        <a:lstStyle/>
        <a:p>
          <a:endParaRPr lang="en-US"/>
        </a:p>
      </dgm:t>
    </dgm:pt>
    <dgm:pt modelId="{7A507909-65EC-47BA-8B5C-2AF9A5DEDFC4}" type="sibTrans" cxnId="{1E82A3B3-D4EE-4E1A-8409-B28BBACF3CE6}">
      <dgm:prSet/>
      <dgm:spPr/>
      <dgm:t>
        <a:bodyPr/>
        <a:lstStyle/>
        <a:p>
          <a:endParaRPr lang="en-US"/>
        </a:p>
      </dgm:t>
    </dgm:pt>
    <dgm:pt modelId="{DF4A491F-369C-4972-A2E4-458E3F8178A2}">
      <dgm:prSet/>
      <dgm:spPr/>
      <dgm:t>
        <a:bodyPr/>
        <a:lstStyle/>
        <a:p>
          <a:r>
            <a:rPr lang="en-US" baseline="0"/>
            <a:t>Temporal analysis: English rise over time.</a:t>
          </a:r>
          <a:endParaRPr lang="en-US"/>
        </a:p>
      </dgm:t>
    </dgm:pt>
    <dgm:pt modelId="{67B08019-FFCF-46CA-96D0-AF1E5EF54212}" type="parTrans" cxnId="{714A9039-57FA-4503-A0F8-312E4A202535}">
      <dgm:prSet/>
      <dgm:spPr/>
      <dgm:t>
        <a:bodyPr/>
        <a:lstStyle/>
        <a:p>
          <a:endParaRPr lang="en-US"/>
        </a:p>
      </dgm:t>
    </dgm:pt>
    <dgm:pt modelId="{CEE8B6F0-2502-40DC-B14B-0510DC0FFEA1}" type="sibTrans" cxnId="{714A9039-57FA-4503-A0F8-312E4A202535}">
      <dgm:prSet/>
      <dgm:spPr/>
      <dgm:t>
        <a:bodyPr/>
        <a:lstStyle/>
        <a:p>
          <a:endParaRPr lang="en-US"/>
        </a:p>
      </dgm:t>
    </dgm:pt>
    <dgm:pt modelId="{F4AD56BD-E4BE-428B-9357-D7EAC7D1B0FE}">
      <dgm:prSet/>
      <dgm:spPr/>
      <dgm:t>
        <a:bodyPr/>
        <a:lstStyle/>
        <a:p>
          <a:r>
            <a:rPr lang="en-US" baseline="0"/>
            <a:t>Listener reception analysis across markets.</a:t>
          </a:r>
          <a:endParaRPr lang="en-US"/>
        </a:p>
      </dgm:t>
    </dgm:pt>
    <dgm:pt modelId="{E7E4CFB1-ABFF-4DFD-B9E5-C54861187141}" type="parTrans" cxnId="{1EC3A511-5A4A-4F8C-B7EA-111183EEF7BC}">
      <dgm:prSet/>
      <dgm:spPr/>
      <dgm:t>
        <a:bodyPr/>
        <a:lstStyle/>
        <a:p>
          <a:endParaRPr lang="en-US"/>
        </a:p>
      </dgm:t>
    </dgm:pt>
    <dgm:pt modelId="{3D57D0D1-5888-485F-9590-7FDA88A915B0}" type="sibTrans" cxnId="{1EC3A511-5A4A-4F8C-B7EA-111183EEF7BC}">
      <dgm:prSet/>
      <dgm:spPr/>
      <dgm:t>
        <a:bodyPr/>
        <a:lstStyle/>
        <a:p>
          <a:endParaRPr lang="en-US"/>
        </a:p>
      </dgm:t>
    </dgm:pt>
    <dgm:pt modelId="{65A16C76-536A-45D7-A126-E25260A5B42D}" type="pres">
      <dgm:prSet presAssocID="{084192B5-FACA-4BF3-A187-D8053C20FA76}" presName="root" presStyleCnt="0">
        <dgm:presLayoutVars>
          <dgm:dir/>
          <dgm:resizeHandles val="exact"/>
        </dgm:presLayoutVars>
      </dgm:prSet>
      <dgm:spPr/>
    </dgm:pt>
    <dgm:pt modelId="{9555F8BB-0391-42E7-9A4C-4EE04646C918}" type="pres">
      <dgm:prSet presAssocID="{7DD0EFF4-DE12-426D-9FAC-360B2A2749D7}" presName="compNode" presStyleCnt="0"/>
      <dgm:spPr/>
    </dgm:pt>
    <dgm:pt modelId="{9E2F454C-B2FD-45DF-8287-F06922297C89}" type="pres">
      <dgm:prSet presAssocID="{7DD0EFF4-DE12-426D-9FAC-360B2A2749D7}" presName="bgRect" presStyleLbl="bgShp" presStyleIdx="0" presStyleCnt="6"/>
      <dgm:spPr/>
    </dgm:pt>
    <dgm:pt modelId="{3D9416A7-1666-4FC5-8976-6C72289EC56A}" type="pres">
      <dgm:prSet presAssocID="{7DD0EFF4-DE12-426D-9FAC-360B2A2749D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ximise"/>
        </a:ext>
      </dgm:extLst>
    </dgm:pt>
    <dgm:pt modelId="{124FD424-9B52-40CD-AB54-A0970F359BFD}" type="pres">
      <dgm:prSet presAssocID="{7DD0EFF4-DE12-426D-9FAC-360B2A2749D7}" presName="spaceRect" presStyleCnt="0"/>
      <dgm:spPr/>
    </dgm:pt>
    <dgm:pt modelId="{22240DF7-5482-47E5-A2BE-4FE9D6FD586F}" type="pres">
      <dgm:prSet presAssocID="{7DD0EFF4-DE12-426D-9FAC-360B2A2749D7}" presName="parTx" presStyleLbl="revTx" presStyleIdx="0" presStyleCnt="6">
        <dgm:presLayoutVars>
          <dgm:chMax val="0"/>
          <dgm:chPref val="0"/>
        </dgm:presLayoutVars>
      </dgm:prSet>
      <dgm:spPr/>
    </dgm:pt>
    <dgm:pt modelId="{52268193-AD11-4EEE-9BFD-B3EF15F75350}" type="pres">
      <dgm:prSet presAssocID="{1DA8968F-BCA4-4522-A1C4-F0B527E91C06}" presName="sibTrans" presStyleCnt="0"/>
      <dgm:spPr/>
    </dgm:pt>
    <dgm:pt modelId="{DE4D21BD-9F80-4A8D-8AA6-D6CD7899461E}" type="pres">
      <dgm:prSet presAssocID="{D26A2A5F-C03B-4E10-95D7-B57CCF14068A}" presName="compNode" presStyleCnt="0"/>
      <dgm:spPr/>
    </dgm:pt>
    <dgm:pt modelId="{C6BFD6CE-2BDA-430F-AB7C-9B2A28E1BE9E}" type="pres">
      <dgm:prSet presAssocID="{D26A2A5F-C03B-4E10-95D7-B57CCF14068A}" presName="bgRect" presStyleLbl="bgShp" presStyleIdx="1" presStyleCnt="6"/>
      <dgm:spPr/>
    </dgm:pt>
    <dgm:pt modelId="{1AD81FFF-7DB7-4AEE-8A48-BD22952F7EFB}" type="pres">
      <dgm:prSet presAssocID="{D26A2A5F-C03B-4E10-95D7-B57CCF14068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ngue"/>
        </a:ext>
      </dgm:extLst>
    </dgm:pt>
    <dgm:pt modelId="{0552F566-5B82-4A98-9726-A92B86A13503}" type="pres">
      <dgm:prSet presAssocID="{D26A2A5F-C03B-4E10-95D7-B57CCF14068A}" presName="spaceRect" presStyleCnt="0"/>
      <dgm:spPr/>
    </dgm:pt>
    <dgm:pt modelId="{E5502E61-929A-4091-8636-59AD1D2F16C7}" type="pres">
      <dgm:prSet presAssocID="{D26A2A5F-C03B-4E10-95D7-B57CCF14068A}" presName="parTx" presStyleLbl="revTx" presStyleIdx="1" presStyleCnt="6">
        <dgm:presLayoutVars>
          <dgm:chMax val="0"/>
          <dgm:chPref val="0"/>
        </dgm:presLayoutVars>
      </dgm:prSet>
      <dgm:spPr/>
    </dgm:pt>
    <dgm:pt modelId="{9C3DC30F-C51F-41AC-87DF-7A6048A65ED7}" type="pres">
      <dgm:prSet presAssocID="{37D06332-CB86-4AAA-B0F5-A1EDB3AA95E5}" presName="sibTrans" presStyleCnt="0"/>
      <dgm:spPr/>
    </dgm:pt>
    <dgm:pt modelId="{8D597733-2EE4-4618-AF06-6853BCA580C7}" type="pres">
      <dgm:prSet presAssocID="{52333D6E-911E-403A-ABF1-F59D81D197C6}" presName="compNode" presStyleCnt="0"/>
      <dgm:spPr/>
    </dgm:pt>
    <dgm:pt modelId="{C5DBDB68-0AAC-4AE7-A4C1-B386140FC9D2}" type="pres">
      <dgm:prSet presAssocID="{52333D6E-911E-403A-ABF1-F59D81D197C6}" presName="bgRect" presStyleLbl="bgShp" presStyleIdx="2" presStyleCnt="6"/>
      <dgm:spPr/>
    </dgm:pt>
    <dgm:pt modelId="{7AEF8BD7-C603-4B1B-A8F6-3C6734F005BB}" type="pres">
      <dgm:prSet presAssocID="{52333D6E-911E-403A-ABF1-F59D81D197C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sed Quotation Mark"/>
        </a:ext>
      </dgm:extLst>
    </dgm:pt>
    <dgm:pt modelId="{EFDBCB61-C604-4AE3-B777-DBB0A292B7CF}" type="pres">
      <dgm:prSet presAssocID="{52333D6E-911E-403A-ABF1-F59D81D197C6}" presName="spaceRect" presStyleCnt="0"/>
      <dgm:spPr/>
    </dgm:pt>
    <dgm:pt modelId="{F3ACB137-CE7E-404C-A665-C853BA857D20}" type="pres">
      <dgm:prSet presAssocID="{52333D6E-911E-403A-ABF1-F59D81D197C6}" presName="parTx" presStyleLbl="revTx" presStyleIdx="2" presStyleCnt="6">
        <dgm:presLayoutVars>
          <dgm:chMax val="0"/>
          <dgm:chPref val="0"/>
        </dgm:presLayoutVars>
      </dgm:prSet>
      <dgm:spPr/>
    </dgm:pt>
    <dgm:pt modelId="{AB56ADA7-FFCB-42A3-B353-A6B6B00B0003}" type="pres">
      <dgm:prSet presAssocID="{9E2AE5B7-B706-48FE-8AFD-7512855D5122}" presName="sibTrans" presStyleCnt="0"/>
      <dgm:spPr/>
    </dgm:pt>
    <dgm:pt modelId="{B52C12EE-05D1-4A36-B0D4-8B8B0A142BB9}" type="pres">
      <dgm:prSet presAssocID="{BBA0778A-3772-41B3-9985-1BEED0F1C5E5}" presName="compNode" presStyleCnt="0"/>
      <dgm:spPr/>
    </dgm:pt>
    <dgm:pt modelId="{00C17DF4-A72D-4DA6-A086-64DAA26E0F52}" type="pres">
      <dgm:prSet presAssocID="{BBA0778A-3772-41B3-9985-1BEED0F1C5E5}" presName="bgRect" presStyleLbl="bgShp" presStyleIdx="3" presStyleCnt="6"/>
      <dgm:spPr/>
    </dgm:pt>
    <dgm:pt modelId="{3F38D5CA-18CC-4D1F-9CFD-0DC0944C78B6}" type="pres">
      <dgm:prSet presAssocID="{BBA0778A-3772-41B3-9985-1BEED0F1C5E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ard Room"/>
        </a:ext>
      </dgm:extLst>
    </dgm:pt>
    <dgm:pt modelId="{52F9C9E6-C930-456A-8EC0-27F6CC4258AA}" type="pres">
      <dgm:prSet presAssocID="{BBA0778A-3772-41B3-9985-1BEED0F1C5E5}" presName="spaceRect" presStyleCnt="0"/>
      <dgm:spPr/>
    </dgm:pt>
    <dgm:pt modelId="{F3D8F09B-8B0C-4FD1-9A3E-4E0EC0995CBC}" type="pres">
      <dgm:prSet presAssocID="{BBA0778A-3772-41B3-9985-1BEED0F1C5E5}" presName="parTx" presStyleLbl="revTx" presStyleIdx="3" presStyleCnt="6">
        <dgm:presLayoutVars>
          <dgm:chMax val="0"/>
          <dgm:chPref val="0"/>
        </dgm:presLayoutVars>
      </dgm:prSet>
      <dgm:spPr/>
    </dgm:pt>
    <dgm:pt modelId="{1E0C358D-65EF-4F72-B17F-5AD2CFA53D9E}" type="pres">
      <dgm:prSet presAssocID="{7A507909-65EC-47BA-8B5C-2AF9A5DEDFC4}" presName="sibTrans" presStyleCnt="0"/>
      <dgm:spPr/>
    </dgm:pt>
    <dgm:pt modelId="{6A3115AD-D83E-41A1-AE21-D111118B1584}" type="pres">
      <dgm:prSet presAssocID="{DF4A491F-369C-4972-A2E4-458E3F8178A2}" presName="compNode" presStyleCnt="0"/>
      <dgm:spPr/>
    </dgm:pt>
    <dgm:pt modelId="{5148AD77-7BE5-413C-8C72-D639BF09CB8A}" type="pres">
      <dgm:prSet presAssocID="{DF4A491F-369C-4972-A2E4-458E3F8178A2}" presName="bgRect" presStyleLbl="bgShp" presStyleIdx="4" presStyleCnt="6"/>
      <dgm:spPr/>
    </dgm:pt>
    <dgm:pt modelId="{7B159DD5-B458-4CE4-8D9A-F582899E7A59}" type="pres">
      <dgm:prSet presAssocID="{DF4A491F-369C-4972-A2E4-458E3F8178A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F72D0D91-1A50-4310-89BF-8ACDF17E8D4B}" type="pres">
      <dgm:prSet presAssocID="{DF4A491F-369C-4972-A2E4-458E3F8178A2}" presName="spaceRect" presStyleCnt="0"/>
      <dgm:spPr/>
    </dgm:pt>
    <dgm:pt modelId="{F5A11415-3D0D-4831-9D43-52CB2516897C}" type="pres">
      <dgm:prSet presAssocID="{DF4A491F-369C-4972-A2E4-458E3F8178A2}" presName="parTx" presStyleLbl="revTx" presStyleIdx="4" presStyleCnt="6">
        <dgm:presLayoutVars>
          <dgm:chMax val="0"/>
          <dgm:chPref val="0"/>
        </dgm:presLayoutVars>
      </dgm:prSet>
      <dgm:spPr/>
    </dgm:pt>
    <dgm:pt modelId="{C1587568-4C0E-411C-BD1C-A8680FD238A4}" type="pres">
      <dgm:prSet presAssocID="{CEE8B6F0-2502-40DC-B14B-0510DC0FFEA1}" presName="sibTrans" presStyleCnt="0"/>
      <dgm:spPr/>
    </dgm:pt>
    <dgm:pt modelId="{D95EAD4D-B81D-4A37-86D6-AA4D0049CCF9}" type="pres">
      <dgm:prSet presAssocID="{F4AD56BD-E4BE-428B-9357-D7EAC7D1B0FE}" presName="compNode" presStyleCnt="0"/>
      <dgm:spPr/>
    </dgm:pt>
    <dgm:pt modelId="{E99A261B-7D1A-42DB-87B3-5AC4C225DDC2}" type="pres">
      <dgm:prSet presAssocID="{F4AD56BD-E4BE-428B-9357-D7EAC7D1B0FE}" presName="bgRect" presStyleLbl="bgShp" presStyleIdx="5" presStyleCnt="6"/>
      <dgm:spPr/>
    </dgm:pt>
    <dgm:pt modelId="{02EACB00-7C35-49D3-8904-DA278EB76E3D}" type="pres">
      <dgm:prSet presAssocID="{F4AD56BD-E4BE-428B-9357-D7EAC7D1B0F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Ear"/>
        </a:ext>
      </dgm:extLst>
    </dgm:pt>
    <dgm:pt modelId="{6E11BACF-172B-4B44-BACF-A0C360FA884F}" type="pres">
      <dgm:prSet presAssocID="{F4AD56BD-E4BE-428B-9357-D7EAC7D1B0FE}" presName="spaceRect" presStyleCnt="0"/>
      <dgm:spPr/>
    </dgm:pt>
    <dgm:pt modelId="{EB3E5D8B-77A6-47F2-9FEC-489561ABD0A9}" type="pres">
      <dgm:prSet presAssocID="{F4AD56BD-E4BE-428B-9357-D7EAC7D1B0FE}" presName="parTx" presStyleLbl="revTx" presStyleIdx="5" presStyleCnt="6">
        <dgm:presLayoutVars>
          <dgm:chMax val="0"/>
          <dgm:chPref val="0"/>
        </dgm:presLayoutVars>
      </dgm:prSet>
      <dgm:spPr/>
    </dgm:pt>
  </dgm:ptLst>
  <dgm:cxnLst>
    <dgm:cxn modelId="{5E0A5606-270D-4F90-BFEB-34048DD19CEA}" srcId="{084192B5-FACA-4BF3-A187-D8053C20FA76}" destId="{7DD0EFF4-DE12-426D-9FAC-360B2A2749D7}" srcOrd="0" destOrd="0" parTransId="{6D4D82C3-1060-4B9D-B9A0-C7311575CAFE}" sibTransId="{1DA8968F-BCA4-4522-A1C4-F0B527E91C06}"/>
    <dgm:cxn modelId="{1EC3A511-5A4A-4F8C-B7EA-111183EEF7BC}" srcId="{084192B5-FACA-4BF3-A187-D8053C20FA76}" destId="{F4AD56BD-E4BE-428B-9357-D7EAC7D1B0FE}" srcOrd="5" destOrd="0" parTransId="{E7E4CFB1-ABFF-4DFD-B9E5-C54861187141}" sibTransId="{3D57D0D1-5888-485F-9590-7FDA88A915B0}"/>
    <dgm:cxn modelId="{0625081A-4143-4598-A619-DC2039B02B79}" type="presOf" srcId="{084192B5-FACA-4BF3-A187-D8053C20FA76}" destId="{65A16C76-536A-45D7-A126-E25260A5B42D}" srcOrd="0" destOrd="0" presId="urn:microsoft.com/office/officeart/2018/2/layout/IconVerticalSolidList"/>
    <dgm:cxn modelId="{283EE628-ACC2-4502-8297-2B3BA23A21E9}" srcId="{084192B5-FACA-4BF3-A187-D8053C20FA76}" destId="{52333D6E-911E-403A-ABF1-F59D81D197C6}" srcOrd="2" destOrd="0" parTransId="{F5720F5E-9991-48E2-AC20-772B606C18E7}" sibTransId="{9E2AE5B7-B706-48FE-8AFD-7512855D5122}"/>
    <dgm:cxn modelId="{714A9039-57FA-4503-A0F8-312E4A202535}" srcId="{084192B5-FACA-4BF3-A187-D8053C20FA76}" destId="{DF4A491F-369C-4972-A2E4-458E3F8178A2}" srcOrd="4" destOrd="0" parTransId="{67B08019-FFCF-46CA-96D0-AF1E5EF54212}" sibTransId="{CEE8B6F0-2502-40DC-B14B-0510DC0FFEA1}"/>
    <dgm:cxn modelId="{9EAED250-8B97-40F3-8FE0-267A8CD1182A}" type="presOf" srcId="{BBA0778A-3772-41B3-9985-1BEED0F1C5E5}" destId="{F3D8F09B-8B0C-4FD1-9A3E-4E0EC0995CBC}" srcOrd="0" destOrd="0" presId="urn:microsoft.com/office/officeart/2018/2/layout/IconVerticalSolidList"/>
    <dgm:cxn modelId="{5534CB94-0EB4-4186-9125-CFF1DDFA79D2}" srcId="{084192B5-FACA-4BF3-A187-D8053C20FA76}" destId="{D26A2A5F-C03B-4E10-95D7-B57CCF14068A}" srcOrd="1" destOrd="0" parTransId="{6D01EA9D-C0E0-493B-9916-D3E86C2B7B2B}" sibTransId="{37D06332-CB86-4AAA-B0F5-A1EDB3AA95E5}"/>
    <dgm:cxn modelId="{1E82A3B3-D4EE-4E1A-8409-B28BBACF3CE6}" srcId="{084192B5-FACA-4BF3-A187-D8053C20FA76}" destId="{BBA0778A-3772-41B3-9985-1BEED0F1C5E5}" srcOrd="3" destOrd="0" parTransId="{AE7A075F-F5C5-45E9-9F44-8816732C8253}" sibTransId="{7A507909-65EC-47BA-8B5C-2AF9A5DEDFC4}"/>
    <dgm:cxn modelId="{46299BE0-015C-4005-ADFE-69F4A0E52970}" type="presOf" srcId="{7DD0EFF4-DE12-426D-9FAC-360B2A2749D7}" destId="{22240DF7-5482-47E5-A2BE-4FE9D6FD586F}" srcOrd="0" destOrd="0" presId="urn:microsoft.com/office/officeart/2018/2/layout/IconVerticalSolidList"/>
    <dgm:cxn modelId="{516F0EE2-BCAC-4C94-90BC-5550BCCCFED7}" type="presOf" srcId="{52333D6E-911E-403A-ABF1-F59D81D197C6}" destId="{F3ACB137-CE7E-404C-A665-C853BA857D20}" srcOrd="0" destOrd="0" presId="urn:microsoft.com/office/officeart/2018/2/layout/IconVerticalSolidList"/>
    <dgm:cxn modelId="{130F98E5-E80D-4815-8FDA-BB06FB1A9160}" type="presOf" srcId="{D26A2A5F-C03B-4E10-95D7-B57CCF14068A}" destId="{E5502E61-929A-4091-8636-59AD1D2F16C7}" srcOrd="0" destOrd="0" presId="urn:microsoft.com/office/officeart/2018/2/layout/IconVerticalSolidList"/>
    <dgm:cxn modelId="{A790CEE7-B7EE-465C-8E28-0106A19783ED}" type="presOf" srcId="{F4AD56BD-E4BE-428B-9357-D7EAC7D1B0FE}" destId="{EB3E5D8B-77A6-47F2-9FEC-489561ABD0A9}" srcOrd="0" destOrd="0" presId="urn:microsoft.com/office/officeart/2018/2/layout/IconVerticalSolidList"/>
    <dgm:cxn modelId="{B8D49FFF-CFEF-47A4-8427-65E8BE91D96F}" type="presOf" srcId="{DF4A491F-369C-4972-A2E4-458E3F8178A2}" destId="{F5A11415-3D0D-4831-9D43-52CB2516897C}" srcOrd="0" destOrd="0" presId="urn:microsoft.com/office/officeart/2018/2/layout/IconVerticalSolidList"/>
    <dgm:cxn modelId="{64FE94DA-2DAE-4689-A985-065417C5CA6F}" type="presParOf" srcId="{65A16C76-536A-45D7-A126-E25260A5B42D}" destId="{9555F8BB-0391-42E7-9A4C-4EE04646C918}" srcOrd="0" destOrd="0" presId="urn:microsoft.com/office/officeart/2018/2/layout/IconVerticalSolidList"/>
    <dgm:cxn modelId="{30D2A9AF-A156-42BC-8F0E-3AA75600A132}" type="presParOf" srcId="{9555F8BB-0391-42E7-9A4C-4EE04646C918}" destId="{9E2F454C-B2FD-45DF-8287-F06922297C89}" srcOrd="0" destOrd="0" presId="urn:microsoft.com/office/officeart/2018/2/layout/IconVerticalSolidList"/>
    <dgm:cxn modelId="{926C9CDE-5B6D-4E2D-8C55-6EBE43458C1C}" type="presParOf" srcId="{9555F8BB-0391-42E7-9A4C-4EE04646C918}" destId="{3D9416A7-1666-4FC5-8976-6C72289EC56A}" srcOrd="1" destOrd="0" presId="urn:microsoft.com/office/officeart/2018/2/layout/IconVerticalSolidList"/>
    <dgm:cxn modelId="{54E04C0F-B3B7-4653-8F0C-CE9C6DA64F4F}" type="presParOf" srcId="{9555F8BB-0391-42E7-9A4C-4EE04646C918}" destId="{124FD424-9B52-40CD-AB54-A0970F359BFD}" srcOrd="2" destOrd="0" presId="urn:microsoft.com/office/officeart/2018/2/layout/IconVerticalSolidList"/>
    <dgm:cxn modelId="{AD24F275-89C9-4064-9C4C-F09AC27D5472}" type="presParOf" srcId="{9555F8BB-0391-42E7-9A4C-4EE04646C918}" destId="{22240DF7-5482-47E5-A2BE-4FE9D6FD586F}" srcOrd="3" destOrd="0" presId="urn:microsoft.com/office/officeart/2018/2/layout/IconVerticalSolidList"/>
    <dgm:cxn modelId="{2D0F030C-C8D7-4314-989C-0F252FCC25CB}" type="presParOf" srcId="{65A16C76-536A-45D7-A126-E25260A5B42D}" destId="{52268193-AD11-4EEE-9BFD-B3EF15F75350}" srcOrd="1" destOrd="0" presId="urn:microsoft.com/office/officeart/2018/2/layout/IconVerticalSolidList"/>
    <dgm:cxn modelId="{5D8F6B39-0584-4F8E-8DBB-0D7AE96AB1E2}" type="presParOf" srcId="{65A16C76-536A-45D7-A126-E25260A5B42D}" destId="{DE4D21BD-9F80-4A8D-8AA6-D6CD7899461E}" srcOrd="2" destOrd="0" presId="urn:microsoft.com/office/officeart/2018/2/layout/IconVerticalSolidList"/>
    <dgm:cxn modelId="{4E1119FC-F8EB-4D47-B6EB-C2C90DA59470}" type="presParOf" srcId="{DE4D21BD-9F80-4A8D-8AA6-D6CD7899461E}" destId="{C6BFD6CE-2BDA-430F-AB7C-9B2A28E1BE9E}" srcOrd="0" destOrd="0" presId="urn:microsoft.com/office/officeart/2018/2/layout/IconVerticalSolidList"/>
    <dgm:cxn modelId="{D5D29B02-844A-403A-8889-E89465079787}" type="presParOf" srcId="{DE4D21BD-9F80-4A8D-8AA6-D6CD7899461E}" destId="{1AD81FFF-7DB7-4AEE-8A48-BD22952F7EFB}" srcOrd="1" destOrd="0" presId="urn:microsoft.com/office/officeart/2018/2/layout/IconVerticalSolidList"/>
    <dgm:cxn modelId="{F81AB9BB-B0E1-4999-AF12-BCCD90616CA0}" type="presParOf" srcId="{DE4D21BD-9F80-4A8D-8AA6-D6CD7899461E}" destId="{0552F566-5B82-4A98-9726-A92B86A13503}" srcOrd="2" destOrd="0" presId="urn:microsoft.com/office/officeart/2018/2/layout/IconVerticalSolidList"/>
    <dgm:cxn modelId="{2F5A1529-F8F1-4794-AA30-ACADAFE5A98A}" type="presParOf" srcId="{DE4D21BD-9F80-4A8D-8AA6-D6CD7899461E}" destId="{E5502E61-929A-4091-8636-59AD1D2F16C7}" srcOrd="3" destOrd="0" presId="urn:microsoft.com/office/officeart/2018/2/layout/IconVerticalSolidList"/>
    <dgm:cxn modelId="{20092F18-1B10-41B2-9E96-8C2ADA6D65AF}" type="presParOf" srcId="{65A16C76-536A-45D7-A126-E25260A5B42D}" destId="{9C3DC30F-C51F-41AC-87DF-7A6048A65ED7}" srcOrd="3" destOrd="0" presId="urn:microsoft.com/office/officeart/2018/2/layout/IconVerticalSolidList"/>
    <dgm:cxn modelId="{0107216A-488F-43BB-90B1-28E40EDB1D79}" type="presParOf" srcId="{65A16C76-536A-45D7-A126-E25260A5B42D}" destId="{8D597733-2EE4-4618-AF06-6853BCA580C7}" srcOrd="4" destOrd="0" presId="urn:microsoft.com/office/officeart/2018/2/layout/IconVerticalSolidList"/>
    <dgm:cxn modelId="{A061EF9D-BF79-498B-AC33-BE4F514A6C85}" type="presParOf" srcId="{8D597733-2EE4-4618-AF06-6853BCA580C7}" destId="{C5DBDB68-0AAC-4AE7-A4C1-B386140FC9D2}" srcOrd="0" destOrd="0" presId="urn:microsoft.com/office/officeart/2018/2/layout/IconVerticalSolidList"/>
    <dgm:cxn modelId="{632BFDEE-ACA1-4CA2-BCFB-E343E601A8F1}" type="presParOf" srcId="{8D597733-2EE4-4618-AF06-6853BCA580C7}" destId="{7AEF8BD7-C603-4B1B-A8F6-3C6734F005BB}" srcOrd="1" destOrd="0" presId="urn:microsoft.com/office/officeart/2018/2/layout/IconVerticalSolidList"/>
    <dgm:cxn modelId="{5E498709-9C67-4E6E-9DEE-14FB928C27F8}" type="presParOf" srcId="{8D597733-2EE4-4618-AF06-6853BCA580C7}" destId="{EFDBCB61-C604-4AE3-B777-DBB0A292B7CF}" srcOrd="2" destOrd="0" presId="urn:microsoft.com/office/officeart/2018/2/layout/IconVerticalSolidList"/>
    <dgm:cxn modelId="{6CD86259-F06A-442D-9DD0-61A784632879}" type="presParOf" srcId="{8D597733-2EE4-4618-AF06-6853BCA580C7}" destId="{F3ACB137-CE7E-404C-A665-C853BA857D20}" srcOrd="3" destOrd="0" presId="urn:microsoft.com/office/officeart/2018/2/layout/IconVerticalSolidList"/>
    <dgm:cxn modelId="{E349AB09-31AC-4146-B7A4-5573435B4AC4}" type="presParOf" srcId="{65A16C76-536A-45D7-A126-E25260A5B42D}" destId="{AB56ADA7-FFCB-42A3-B353-A6B6B00B0003}" srcOrd="5" destOrd="0" presId="urn:microsoft.com/office/officeart/2018/2/layout/IconVerticalSolidList"/>
    <dgm:cxn modelId="{242409C7-E8BE-401A-8439-12652110703B}" type="presParOf" srcId="{65A16C76-536A-45D7-A126-E25260A5B42D}" destId="{B52C12EE-05D1-4A36-B0D4-8B8B0A142BB9}" srcOrd="6" destOrd="0" presId="urn:microsoft.com/office/officeart/2018/2/layout/IconVerticalSolidList"/>
    <dgm:cxn modelId="{AA634CCA-3CC9-4DA8-A8EE-6E25877D1474}" type="presParOf" srcId="{B52C12EE-05D1-4A36-B0D4-8B8B0A142BB9}" destId="{00C17DF4-A72D-4DA6-A086-64DAA26E0F52}" srcOrd="0" destOrd="0" presId="urn:microsoft.com/office/officeart/2018/2/layout/IconVerticalSolidList"/>
    <dgm:cxn modelId="{8A7765D0-229C-41FA-896A-661D07663947}" type="presParOf" srcId="{B52C12EE-05D1-4A36-B0D4-8B8B0A142BB9}" destId="{3F38D5CA-18CC-4D1F-9CFD-0DC0944C78B6}" srcOrd="1" destOrd="0" presId="urn:microsoft.com/office/officeart/2018/2/layout/IconVerticalSolidList"/>
    <dgm:cxn modelId="{8EC339A6-B665-4945-9038-C867566839E9}" type="presParOf" srcId="{B52C12EE-05D1-4A36-B0D4-8B8B0A142BB9}" destId="{52F9C9E6-C930-456A-8EC0-27F6CC4258AA}" srcOrd="2" destOrd="0" presId="urn:microsoft.com/office/officeart/2018/2/layout/IconVerticalSolidList"/>
    <dgm:cxn modelId="{1D79BB11-3441-4402-A521-9C78E37E65F4}" type="presParOf" srcId="{B52C12EE-05D1-4A36-B0D4-8B8B0A142BB9}" destId="{F3D8F09B-8B0C-4FD1-9A3E-4E0EC0995CBC}" srcOrd="3" destOrd="0" presId="urn:microsoft.com/office/officeart/2018/2/layout/IconVerticalSolidList"/>
    <dgm:cxn modelId="{0C6269F8-08D9-4D1A-A5ED-7193398CB9FC}" type="presParOf" srcId="{65A16C76-536A-45D7-A126-E25260A5B42D}" destId="{1E0C358D-65EF-4F72-B17F-5AD2CFA53D9E}" srcOrd="7" destOrd="0" presId="urn:microsoft.com/office/officeart/2018/2/layout/IconVerticalSolidList"/>
    <dgm:cxn modelId="{64A34610-8256-4FF6-B76F-04CAC4CBE3FD}" type="presParOf" srcId="{65A16C76-536A-45D7-A126-E25260A5B42D}" destId="{6A3115AD-D83E-41A1-AE21-D111118B1584}" srcOrd="8" destOrd="0" presId="urn:microsoft.com/office/officeart/2018/2/layout/IconVerticalSolidList"/>
    <dgm:cxn modelId="{FA8AF6CE-20A5-411C-A6CE-E1D1F6671996}" type="presParOf" srcId="{6A3115AD-D83E-41A1-AE21-D111118B1584}" destId="{5148AD77-7BE5-413C-8C72-D639BF09CB8A}" srcOrd="0" destOrd="0" presId="urn:microsoft.com/office/officeart/2018/2/layout/IconVerticalSolidList"/>
    <dgm:cxn modelId="{9E398D68-C43E-411A-BFDB-AD38589C4443}" type="presParOf" srcId="{6A3115AD-D83E-41A1-AE21-D111118B1584}" destId="{7B159DD5-B458-4CE4-8D9A-F582899E7A59}" srcOrd="1" destOrd="0" presId="urn:microsoft.com/office/officeart/2018/2/layout/IconVerticalSolidList"/>
    <dgm:cxn modelId="{CD1D1687-7040-41F4-B0AA-88B031322CBE}" type="presParOf" srcId="{6A3115AD-D83E-41A1-AE21-D111118B1584}" destId="{F72D0D91-1A50-4310-89BF-8ACDF17E8D4B}" srcOrd="2" destOrd="0" presId="urn:microsoft.com/office/officeart/2018/2/layout/IconVerticalSolidList"/>
    <dgm:cxn modelId="{6637C748-D361-4AF8-8836-03F149AED189}" type="presParOf" srcId="{6A3115AD-D83E-41A1-AE21-D111118B1584}" destId="{F5A11415-3D0D-4831-9D43-52CB2516897C}" srcOrd="3" destOrd="0" presId="urn:microsoft.com/office/officeart/2018/2/layout/IconVerticalSolidList"/>
    <dgm:cxn modelId="{61970615-767E-457B-8184-3145127BB162}" type="presParOf" srcId="{65A16C76-536A-45D7-A126-E25260A5B42D}" destId="{C1587568-4C0E-411C-BD1C-A8680FD238A4}" srcOrd="9" destOrd="0" presId="urn:microsoft.com/office/officeart/2018/2/layout/IconVerticalSolidList"/>
    <dgm:cxn modelId="{7C077DC3-7932-4602-9A8C-B463EF6C2B11}" type="presParOf" srcId="{65A16C76-536A-45D7-A126-E25260A5B42D}" destId="{D95EAD4D-B81D-4A37-86D6-AA4D0049CCF9}" srcOrd="10" destOrd="0" presId="urn:microsoft.com/office/officeart/2018/2/layout/IconVerticalSolidList"/>
    <dgm:cxn modelId="{F5E240FC-CEE9-482A-9BCC-8F844A1F07F5}" type="presParOf" srcId="{D95EAD4D-B81D-4A37-86D6-AA4D0049CCF9}" destId="{E99A261B-7D1A-42DB-87B3-5AC4C225DDC2}" srcOrd="0" destOrd="0" presId="urn:microsoft.com/office/officeart/2018/2/layout/IconVerticalSolidList"/>
    <dgm:cxn modelId="{6A177493-6C5A-473F-B57D-12AE7FA9EE44}" type="presParOf" srcId="{D95EAD4D-B81D-4A37-86D6-AA4D0049CCF9}" destId="{02EACB00-7C35-49D3-8904-DA278EB76E3D}" srcOrd="1" destOrd="0" presId="urn:microsoft.com/office/officeart/2018/2/layout/IconVerticalSolidList"/>
    <dgm:cxn modelId="{15144863-17C2-4F47-B309-3F88B3920F27}" type="presParOf" srcId="{D95EAD4D-B81D-4A37-86D6-AA4D0049CCF9}" destId="{6E11BACF-172B-4B44-BACF-A0C360FA884F}" srcOrd="2" destOrd="0" presId="urn:microsoft.com/office/officeart/2018/2/layout/IconVerticalSolidList"/>
    <dgm:cxn modelId="{1F6FA01B-3B95-461A-BAD2-8260C8D1FE62}" type="presParOf" srcId="{D95EAD4D-B81D-4A37-86D6-AA4D0049CCF9}" destId="{EB3E5D8B-77A6-47F2-9FEC-489561ABD0A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60294-F9DA-1842-8D52-64A4F7F0A1B5}">
      <dsp:nvSpPr>
        <dsp:cNvPr id="0" name=""/>
        <dsp:cNvSpPr/>
      </dsp:nvSpPr>
      <dsp:spPr>
        <a:xfrm>
          <a:off x="2812" y="104704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E708A1-601B-D644-83FA-8DB8107DBD8B}">
      <dsp:nvSpPr>
        <dsp:cNvPr id="0" name=""/>
        <dsp:cNvSpPr/>
      </dsp:nvSpPr>
      <dsp:spPr>
        <a:xfrm>
          <a:off x="225965" y="1259038"/>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Rapid expansion into Western markets (Hot 100, Global 200).</a:t>
          </a:r>
          <a:endParaRPr lang="en-US" sz="1700" kern="1200"/>
        </a:p>
      </dsp:txBody>
      <dsp:txXfrm>
        <a:off x="263318" y="1296391"/>
        <a:ext cx="1933670" cy="1200612"/>
      </dsp:txXfrm>
    </dsp:sp>
    <dsp:sp modelId="{AC02F118-5EEC-114C-8301-D4596E8C4D3C}">
      <dsp:nvSpPr>
        <dsp:cNvPr id="0" name=""/>
        <dsp:cNvSpPr/>
      </dsp:nvSpPr>
      <dsp:spPr>
        <a:xfrm>
          <a:off x="2457494" y="104704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28D7A8-A999-BE48-B632-0A9DE3A8A937}">
      <dsp:nvSpPr>
        <dsp:cNvPr id="0" name=""/>
        <dsp:cNvSpPr/>
      </dsp:nvSpPr>
      <dsp:spPr>
        <a:xfrm>
          <a:off x="2680647" y="1259038"/>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Increasing visibility of multilingual lyrics (Korean + English).</a:t>
          </a:r>
          <a:endParaRPr lang="en-US" sz="1700" kern="1200"/>
        </a:p>
      </dsp:txBody>
      <dsp:txXfrm>
        <a:off x="2718000" y="1296391"/>
        <a:ext cx="1933670" cy="1200612"/>
      </dsp:txXfrm>
    </dsp:sp>
    <dsp:sp modelId="{91CA2983-B78F-1A47-9903-229542673CB9}">
      <dsp:nvSpPr>
        <dsp:cNvPr id="0" name=""/>
        <dsp:cNvSpPr/>
      </dsp:nvSpPr>
      <dsp:spPr>
        <a:xfrm>
          <a:off x="4912176" y="104704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D667CE-05C5-9A4E-BF10-440088FB943B}">
      <dsp:nvSpPr>
        <dsp:cNvPr id="0" name=""/>
        <dsp:cNvSpPr/>
      </dsp:nvSpPr>
      <dsp:spPr>
        <a:xfrm>
          <a:off x="5135329" y="1259038"/>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English used for “global vibe,” fun indexing, fan connection.</a:t>
          </a:r>
          <a:endParaRPr lang="en-US" sz="1700" kern="1200"/>
        </a:p>
      </dsp:txBody>
      <dsp:txXfrm>
        <a:off x="5172682" y="1296391"/>
        <a:ext cx="1933670" cy="1200612"/>
      </dsp:txXfrm>
    </dsp:sp>
    <dsp:sp modelId="{DC4553DF-580F-FF44-8297-C609D129B2E0}">
      <dsp:nvSpPr>
        <dsp:cNvPr id="0" name=""/>
        <dsp:cNvSpPr/>
      </dsp:nvSpPr>
      <dsp:spPr>
        <a:xfrm>
          <a:off x="7366858" y="104704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85E533-EF89-364E-BE5B-1624484EF7AC}">
      <dsp:nvSpPr>
        <dsp:cNvPr id="0" name=""/>
        <dsp:cNvSpPr/>
      </dsp:nvSpPr>
      <dsp:spPr>
        <a:xfrm>
          <a:off x="7590011" y="1259038"/>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Music videos + sonic experimentation → global appeal.</a:t>
          </a:r>
          <a:endParaRPr lang="en-US" sz="1700" kern="1200"/>
        </a:p>
      </dsp:txBody>
      <dsp:txXfrm>
        <a:off x="7627364" y="1296391"/>
        <a:ext cx="1933670" cy="12006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A9F25-712C-4F92-B11E-1F175511337F}">
      <dsp:nvSpPr>
        <dsp:cNvPr id="0" name=""/>
        <dsp:cNvSpPr/>
      </dsp:nvSpPr>
      <dsp:spPr>
        <a:xfrm>
          <a:off x="7195" y="305885"/>
          <a:ext cx="1001606" cy="10016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C0C925A9-CC97-4CF7-B71B-6319752A9F7B}">
      <dsp:nvSpPr>
        <dsp:cNvPr id="0" name=""/>
        <dsp:cNvSpPr/>
      </dsp:nvSpPr>
      <dsp:spPr>
        <a:xfrm>
          <a:off x="7195" y="143518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Code-Switching (CS)</a:t>
          </a:r>
        </a:p>
      </dsp:txBody>
      <dsp:txXfrm>
        <a:off x="7195" y="1435186"/>
        <a:ext cx="2861733" cy="429260"/>
      </dsp:txXfrm>
    </dsp:sp>
    <dsp:sp modelId="{8C9931A1-A7FE-4A25-8959-02B8B888AFDD}">
      <dsp:nvSpPr>
        <dsp:cNvPr id="0" name=""/>
        <dsp:cNvSpPr/>
      </dsp:nvSpPr>
      <dsp:spPr>
        <a:xfrm>
          <a:off x="7195" y="1923839"/>
          <a:ext cx="2861733" cy="135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a:t>Alternating between languages at boundaries (line, phrase, clause).</a:t>
          </a:r>
        </a:p>
      </dsp:txBody>
      <dsp:txXfrm>
        <a:off x="7195" y="1923839"/>
        <a:ext cx="2861733" cy="1351674"/>
      </dsp:txXfrm>
    </dsp:sp>
    <dsp:sp modelId="{A068F7F1-1066-4EB5-974F-DE7D7ADDF262}">
      <dsp:nvSpPr>
        <dsp:cNvPr id="0" name=""/>
        <dsp:cNvSpPr/>
      </dsp:nvSpPr>
      <dsp:spPr>
        <a:xfrm>
          <a:off x="3369733" y="305885"/>
          <a:ext cx="1001606" cy="10016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66080383-9EAE-47F7-8907-E506AE51A5AD}">
      <dsp:nvSpPr>
        <dsp:cNvPr id="0" name=""/>
        <dsp:cNvSpPr/>
      </dsp:nvSpPr>
      <dsp:spPr>
        <a:xfrm>
          <a:off x="3369733" y="143518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Code-Mixing</a:t>
          </a:r>
        </a:p>
      </dsp:txBody>
      <dsp:txXfrm>
        <a:off x="3369733" y="1435186"/>
        <a:ext cx="2861733" cy="429260"/>
      </dsp:txXfrm>
    </dsp:sp>
    <dsp:sp modelId="{1F3D4358-FB98-4125-8C53-EB5BB67DFED0}">
      <dsp:nvSpPr>
        <dsp:cNvPr id="0" name=""/>
        <dsp:cNvSpPr/>
      </dsp:nvSpPr>
      <dsp:spPr>
        <a:xfrm>
          <a:off x="3369733" y="1923839"/>
          <a:ext cx="2861733" cy="135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a:t>Blending languages within phrases/words.</a:t>
          </a:r>
        </a:p>
      </dsp:txBody>
      <dsp:txXfrm>
        <a:off x="3369733" y="1923839"/>
        <a:ext cx="2861733" cy="1351674"/>
      </dsp:txXfrm>
    </dsp:sp>
    <dsp:sp modelId="{758DC4AF-A023-46B4-A8B3-B5988964988B}">
      <dsp:nvSpPr>
        <dsp:cNvPr id="0" name=""/>
        <dsp:cNvSpPr/>
      </dsp:nvSpPr>
      <dsp:spPr>
        <a:xfrm>
          <a:off x="6732270" y="305885"/>
          <a:ext cx="1001606" cy="10016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47FE3B2-DE85-4E88-96AA-0A3FA0999AEA}">
      <dsp:nvSpPr>
        <dsp:cNvPr id="0" name=""/>
        <dsp:cNvSpPr/>
      </dsp:nvSpPr>
      <dsp:spPr>
        <a:xfrm>
          <a:off x="6732270" y="143518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K-pop lyrics typically show:</a:t>
          </a:r>
        </a:p>
      </dsp:txBody>
      <dsp:txXfrm>
        <a:off x="6732270" y="1435186"/>
        <a:ext cx="2861733" cy="429260"/>
      </dsp:txXfrm>
    </dsp:sp>
    <dsp:sp modelId="{6526240F-9624-4811-960B-F276A4913C22}">
      <dsp:nvSpPr>
        <dsp:cNvPr id="0" name=""/>
        <dsp:cNvSpPr/>
      </dsp:nvSpPr>
      <dsp:spPr>
        <a:xfrm>
          <a:off x="6732270" y="1923839"/>
          <a:ext cx="2861733" cy="135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a:t>Inter-sentential switching (“Korean verse → English pre-chorus”)</a:t>
          </a:r>
        </a:p>
        <a:p>
          <a:pPr marL="0" lvl="0" indent="0" algn="l" defTabSz="666750">
            <a:lnSpc>
              <a:spcPct val="90000"/>
            </a:lnSpc>
            <a:spcBef>
              <a:spcPct val="0"/>
            </a:spcBef>
            <a:spcAft>
              <a:spcPct val="35000"/>
            </a:spcAft>
            <a:buNone/>
          </a:pPr>
          <a:r>
            <a:rPr lang="en-US" sz="1500" kern="1200"/>
            <a:t>Intra-sentential switching (“Hangul + English words together”)</a:t>
          </a:r>
        </a:p>
        <a:p>
          <a:pPr marL="0" lvl="0" indent="0" algn="l" defTabSz="666750">
            <a:lnSpc>
              <a:spcPct val="90000"/>
            </a:lnSpc>
            <a:spcBef>
              <a:spcPct val="0"/>
            </a:spcBef>
            <a:spcAft>
              <a:spcPct val="35000"/>
            </a:spcAft>
            <a:buNone/>
          </a:pPr>
          <a:r>
            <a:rPr lang="en-US" sz="1500" kern="1200"/>
            <a:t>Tag-switching (“baby,” “yeah,” “okay,” “let’s go”)</a:t>
          </a:r>
        </a:p>
      </dsp:txBody>
      <dsp:txXfrm>
        <a:off x="6732270" y="1923839"/>
        <a:ext cx="2861733" cy="13516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4B80C-358F-4FF9-8697-0CD5087CA41B}">
      <dsp:nvSpPr>
        <dsp:cNvPr id="0" name=""/>
        <dsp:cNvSpPr/>
      </dsp:nvSpPr>
      <dsp:spPr>
        <a:xfrm>
          <a:off x="638099" y="305700"/>
          <a:ext cx="1715625" cy="17156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96A4A0-D1E2-4928-8160-5CE252667766}">
      <dsp:nvSpPr>
        <dsp:cNvPr id="0" name=""/>
        <dsp:cNvSpPr/>
      </dsp:nvSpPr>
      <dsp:spPr>
        <a:xfrm>
          <a:off x="1003724" y="671325"/>
          <a:ext cx="984375" cy="98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52C853CF-455C-49EA-8005-3FFAF9E35F10}">
      <dsp:nvSpPr>
        <dsp:cNvPr id="0" name=""/>
        <dsp:cNvSpPr/>
      </dsp:nvSpPr>
      <dsp:spPr>
        <a:xfrm>
          <a:off x="89662" y="2555700"/>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baseline="0"/>
            <a:t>Used for rhythm, emphasis, hooks.</a:t>
          </a:r>
          <a:endParaRPr lang="en-US" sz="1800" kern="1200"/>
        </a:p>
      </dsp:txBody>
      <dsp:txXfrm>
        <a:off x="89662" y="2555700"/>
        <a:ext cx="2812500" cy="720000"/>
      </dsp:txXfrm>
    </dsp:sp>
    <dsp:sp modelId="{59E64D52-0D8C-4B1F-A93C-9E3C11D364E3}">
      <dsp:nvSpPr>
        <dsp:cNvPr id="0" name=""/>
        <dsp:cNvSpPr/>
      </dsp:nvSpPr>
      <dsp:spPr>
        <a:xfrm>
          <a:off x="3942787" y="305700"/>
          <a:ext cx="1715625" cy="17156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1A31BC-2474-4713-BE81-C0B276C70702}">
      <dsp:nvSpPr>
        <dsp:cNvPr id="0" name=""/>
        <dsp:cNvSpPr/>
      </dsp:nvSpPr>
      <dsp:spPr>
        <a:xfrm>
          <a:off x="4308412" y="671325"/>
          <a:ext cx="984375" cy="98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178987E-FF40-409A-8210-3BE23876D712}">
      <dsp:nvSpPr>
        <dsp:cNvPr id="0" name=""/>
        <dsp:cNvSpPr/>
      </dsp:nvSpPr>
      <dsp:spPr>
        <a:xfrm>
          <a:off x="3394350" y="2555700"/>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baseline="0"/>
            <a:t>English often marks “global-ness.”</a:t>
          </a:r>
          <a:endParaRPr lang="en-US" sz="1800" kern="1200"/>
        </a:p>
      </dsp:txBody>
      <dsp:txXfrm>
        <a:off x="3394350" y="2555700"/>
        <a:ext cx="2812500" cy="720000"/>
      </dsp:txXfrm>
    </dsp:sp>
    <dsp:sp modelId="{A0DFF469-F6DC-46ED-8126-223236C269C3}">
      <dsp:nvSpPr>
        <dsp:cNvPr id="0" name=""/>
        <dsp:cNvSpPr/>
      </dsp:nvSpPr>
      <dsp:spPr>
        <a:xfrm>
          <a:off x="7247475" y="305700"/>
          <a:ext cx="1715625" cy="171562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42AC04-B986-462C-BBFB-48E93DDB0827}">
      <dsp:nvSpPr>
        <dsp:cNvPr id="0" name=""/>
        <dsp:cNvSpPr/>
      </dsp:nvSpPr>
      <dsp:spPr>
        <a:xfrm>
          <a:off x="7613100" y="671325"/>
          <a:ext cx="984375" cy="984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D2DCE44A-D2B8-445B-83ED-793075137E5F}">
      <dsp:nvSpPr>
        <dsp:cNvPr id="0" name=""/>
        <dsp:cNvSpPr/>
      </dsp:nvSpPr>
      <dsp:spPr>
        <a:xfrm>
          <a:off x="6699037" y="2555700"/>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baseline="0"/>
            <a:t>Can influence chart performance and cultural indexing.</a:t>
          </a:r>
          <a:endParaRPr lang="en-US" sz="1800" kern="1200"/>
        </a:p>
      </dsp:txBody>
      <dsp:txXfrm>
        <a:off x="6699037" y="2555700"/>
        <a:ext cx="28125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B1141B-2421-4740-BBCD-2737D802793A}">
      <dsp:nvSpPr>
        <dsp:cNvPr id="0" name=""/>
        <dsp:cNvSpPr/>
      </dsp:nvSpPr>
      <dsp:spPr>
        <a:xfrm>
          <a:off x="4276" y="928226"/>
          <a:ext cx="741972" cy="7419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45363CE-3CA9-4BF7-A4C5-671062C25275}">
      <dsp:nvSpPr>
        <dsp:cNvPr id="0" name=""/>
        <dsp:cNvSpPr/>
      </dsp:nvSpPr>
      <dsp:spPr>
        <a:xfrm>
          <a:off x="4276" y="1744371"/>
          <a:ext cx="2119921" cy="54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baseline="0"/>
            <a:t>Time period: Jan 2017 – May 2025.</a:t>
          </a:r>
          <a:endParaRPr lang="en-US" sz="1400" kern="1200"/>
        </a:p>
      </dsp:txBody>
      <dsp:txXfrm>
        <a:off x="4276" y="1744371"/>
        <a:ext cx="2119921" cy="545766"/>
      </dsp:txXfrm>
    </dsp:sp>
    <dsp:sp modelId="{D3432A08-35D7-4429-A7E2-5976AC17689D}">
      <dsp:nvSpPr>
        <dsp:cNvPr id="0" name=""/>
        <dsp:cNvSpPr/>
      </dsp:nvSpPr>
      <dsp:spPr>
        <a:xfrm>
          <a:off x="4276" y="2324636"/>
          <a:ext cx="2119921" cy="328537"/>
        </a:xfrm>
        <a:prstGeom prst="rect">
          <a:avLst/>
        </a:prstGeom>
        <a:noFill/>
        <a:ln>
          <a:noFill/>
        </a:ln>
        <a:effectLst/>
      </dsp:spPr>
      <dsp:style>
        <a:lnRef idx="0">
          <a:scrgbClr r="0" g="0" b="0"/>
        </a:lnRef>
        <a:fillRef idx="0">
          <a:scrgbClr r="0" g="0" b="0"/>
        </a:fillRef>
        <a:effectRef idx="0">
          <a:scrgbClr r="0" g="0" b="0"/>
        </a:effectRef>
        <a:fontRef idx="minor"/>
      </dsp:style>
    </dsp:sp>
    <dsp:sp modelId="{E70C4935-7261-468B-A7E2-BE0527A4343D}">
      <dsp:nvSpPr>
        <dsp:cNvPr id="0" name=""/>
        <dsp:cNvSpPr/>
      </dsp:nvSpPr>
      <dsp:spPr>
        <a:xfrm>
          <a:off x="2495184" y="828630"/>
          <a:ext cx="741972" cy="7419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D658E143-A940-474B-9ACF-104C23D04599}">
      <dsp:nvSpPr>
        <dsp:cNvPr id="0" name=""/>
        <dsp:cNvSpPr/>
      </dsp:nvSpPr>
      <dsp:spPr>
        <a:xfrm>
          <a:off x="2495184" y="1653341"/>
          <a:ext cx="2119921" cy="54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baseline="0"/>
            <a:t>Sources:</a:t>
          </a:r>
          <a:endParaRPr lang="en-US" sz="1400" kern="1200"/>
        </a:p>
      </dsp:txBody>
      <dsp:txXfrm>
        <a:off x="2495184" y="1653341"/>
        <a:ext cx="2119921" cy="545766"/>
      </dsp:txXfrm>
    </dsp:sp>
    <dsp:sp modelId="{D0DFE9E6-DAD7-42D6-90DB-0117D59C3A2E}">
      <dsp:nvSpPr>
        <dsp:cNvPr id="0" name=""/>
        <dsp:cNvSpPr/>
      </dsp:nvSpPr>
      <dsp:spPr>
        <a:xfrm>
          <a:off x="2495184" y="2237589"/>
          <a:ext cx="2119921" cy="515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i="1" kern="1200" baseline="0"/>
            <a:t>Lyrics → Genius (via LyricsGenius).</a:t>
          </a:r>
          <a:endParaRPr lang="en-US" sz="1100" kern="1200"/>
        </a:p>
        <a:p>
          <a:pPr marL="0" lvl="0" indent="0" algn="l" defTabSz="488950">
            <a:lnSpc>
              <a:spcPct val="90000"/>
            </a:lnSpc>
            <a:spcBef>
              <a:spcPct val="0"/>
            </a:spcBef>
            <a:spcAft>
              <a:spcPct val="35000"/>
            </a:spcAft>
            <a:buNone/>
          </a:pPr>
          <a:r>
            <a:rPr lang="en-US" sz="1100" i="1" kern="1200" baseline="0"/>
            <a:t>Chart data → Billboard Hot 100 + Global 200.</a:t>
          </a:r>
          <a:endParaRPr lang="en-US" sz="1100" kern="1200"/>
        </a:p>
      </dsp:txBody>
      <dsp:txXfrm>
        <a:off x="2495184" y="2237589"/>
        <a:ext cx="2119921" cy="515179"/>
      </dsp:txXfrm>
    </dsp:sp>
    <dsp:sp modelId="{02A4160A-A26B-4055-B6D7-07C0A0E78402}">
      <dsp:nvSpPr>
        <dsp:cNvPr id="0" name=""/>
        <dsp:cNvSpPr/>
      </dsp:nvSpPr>
      <dsp:spPr>
        <a:xfrm>
          <a:off x="4986093" y="828630"/>
          <a:ext cx="741972" cy="7419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28882C3B-4EDA-45E7-A56D-0D75804C31CC}">
      <dsp:nvSpPr>
        <dsp:cNvPr id="0" name=""/>
        <dsp:cNvSpPr/>
      </dsp:nvSpPr>
      <dsp:spPr>
        <a:xfrm>
          <a:off x="4986093" y="1653341"/>
          <a:ext cx="2119921" cy="54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baseline="0"/>
            <a:t>22 artists total:</a:t>
          </a:r>
          <a:endParaRPr lang="en-US" sz="1400" kern="1200"/>
        </a:p>
      </dsp:txBody>
      <dsp:txXfrm>
        <a:off x="4986093" y="1653341"/>
        <a:ext cx="2119921" cy="545766"/>
      </dsp:txXfrm>
    </dsp:sp>
    <dsp:sp modelId="{FA826E8C-0B97-411B-A2DE-03574CFC10DC}">
      <dsp:nvSpPr>
        <dsp:cNvPr id="0" name=""/>
        <dsp:cNvSpPr/>
      </dsp:nvSpPr>
      <dsp:spPr>
        <a:xfrm>
          <a:off x="4986093" y="2237589"/>
          <a:ext cx="2119921" cy="515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i="1" kern="1200" baseline="0"/>
            <a:t>Groups: 7 female, 4 male</a:t>
          </a:r>
          <a:endParaRPr lang="en-US" sz="1100" kern="1200"/>
        </a:p>
        <a:p>
          <a:pPr marL="0" lvl="0" indent="0" algn="l" defTabSz="488950">
            <a:lnSpc>
              <a:spcPct val="90000"/>
            </a:lnSpc>
            <a:spcBef>
              <a:spcPct val="0"/>
            </a:spcBef>
            <a:spcAft>
              <a:spcPct val="35000"/>
            </a:spcAft>
            <a:buNone/>
          </a:pPr>
          <a:r>
            <a:rPr lang="en-US" sz="1100" i="1" kern="1200" baseline="0"/>
            <a:t>Soloists: 4 female, 6 male</a:t>
          </a:r>
          <a:endParaRPr lang="en-US" sz="1100" kern="1200"/>
        </a:p>
      </dsp:txBody>
      <dsp:txXfrm>
        <a:off x="4986093" y="2237589"/>
        <a:ext cx="2119921" cy="515179"/>
      </dsp:txXfrm>
    </dsp:sp>
    <dsp:sp modelId="{C8FDBD83-B771-4FBB-8DB9-540F229B538E}">
      <dsp:nvSpPr>
        <dsp:cNvPr id="0" name=""/>
        <dsp:cNvSpPr/>
      </dsp:nvSpPr>
      <dsp:spPr>
        <a:xfrm>
          <a:off x="7477001" y="828630"/>
          <a:ext cx="741972" cy="7419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60699F9C-C22A-4101-84B8-BF8C93A4BDE7}">
      <dsp:nvSpPr>
        <dsp:cNvPr id="0" name=""/>
        <dsp:cNvSpPr/>
      </dsp:nvSpPr>
      <dsp:spPr>
        <a:xfrm>
          <a:off x="7477001" y="1653341"/>
          <a:ext cx="2119921" cy="54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baseline="0"/>
            <a:t>All songs the artists had on either chart (hot 100 or global 200) were retrieved.</a:t>
          </a:r>
          <a:endParaRPr lang="en-US" sz="1400" kern="1200"/>
        </a:p>
      </dsp:txBody>
      <dsp:txXfrm>
        <a:off x="7477001" y="1653341"/>
        <a:ext cx="2119921" cy="545766"/>
      </dsp:txXfrm>
    </dsp:sp>
    <dsp:sp modelId="{EAE1DBB3-FFD6-42F6-BE99-B671CB7C4B36}">
      <dsp:nvSpPr>
        <dsp:cNvPr id="0" name=""/>
        <dsp:cNvSpPr/>
      </dsp:nvSpPr>
      <dsp:spPr>
        <a:xfrm>
          <a:off x="7477001" y="2237589"/>
          <a:ext cx="2119921" cy="515179"/>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9BC0A-9A92-AD46-872E-FD48EB7EF7B6}">
      <dsp:nvSpPr>
        <dsp:cNvPr id="0" name=""/>
        <dsp:cNvSpPr/>
      </dsp:nvSpPr>
      <dsp:spPr>
        <a:xfrm>
          <a:off x="0" y="2161564"/>
          <a:ext cx="9601200" cy="1418220"/>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baseline="0"/>
            <a:t>Separate files for Hot 100 and Global 200.</a:t>
          </a:r>
          <a:endParaRPr lang="en-US" sz="2800" kern="1200"/>
        </a:p>
      </dsp:txBody>
      <dsp:txXfrm>
        <a:off x="0" y="2161564"/>
        <a:ext cx="9601200" cy="1418220"/>
      </dsp:txXfrm>
    </dsp:sp>
    <dsp:sp modelId="{D75735E3-C5E7-E843-BCAB-B279CB7AF5A1}">
      <dsp:nvSpPr>
        <dsp:cNvPr id="0" name=""/>
        <dsp:cNvSpPr/>
      </dsp:nvSpPr>
      <dsp:spPr>
        <a:xfrm rot="10800000">
          <a:off x="0" y="1614"/>
          <a:ext cx="9601200" cy="2181222"/>
        </a:xfrm>
        <a:prstGeom prst="upArrowCallout">
          <a:avLst/>
        </a:prstGeom>
        <a:solidFill>
          <a:schemeClr val="accent2">
            <a:hueOff val="-165653"/>
            <a:satOff val="-54335"/>
            <a:lumOff val="-19803"/>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baseline="0"/>
            <a:t>Final dataset includes:</a:t>
          </a:r>
          <a:endParaRPr lang="en-US" sz="2800" kern="1200"/>
        </a:p>
      </dsp:txBody>
      <dsp:txXfrm rot="-10800000">
        <a:off x="0" y="1614"/>
        <a:ext cx="9601200" cy="765609"/>
      </dsp:txXfrm>
    </dsp:sp>
    <dsp:sp modelId="{2DF92831-0826-4C4E-8286-B756A949FCA8}">
      <dsp:nvSpPr>
        <dsp:cNvPr id="0" name=""/>
        <dsp:cNvSpPr/>
      </dsp:nvSpPr>
      <dsp:spPr>
        <a:xfrm>
          <a:off x="1172" y="767224"/>
          <a:ext cx="1371265" cy="652185"/>
        </a:xfrm>
        <a:prstGeom prst="rect">
          <a:avLst/>
        </a:prstGeom>
        <a:solidFill>
          <a:schemeClr val="accent2">
            <a:tint val="40000"/>
            <a:alpha val="90000"/>
            <a:hueOff val="0"/>
            <a:satOff val="0"/>
            <a:lumOff val="0"/>
            <a:alphaOff val="0"/>
          </a:schemeClr>
        </a:solidFill>
        <a:ln w="34925"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Title</a:t>
          </a:r>
          <a:endParaRPr lang="en-US" sz="1500" kern="1200"/>
        </a:p>
      </dsp:txBody>
      <dsp:txXfrm>
        <a:off x="1172" y="767224"/>
        <a:ext cx="1371265" cy="652185"/>
      </dsp:txXfrm>
    </dsp:sp>
    <dsp:sp modelId="{B74792B4-AA6E-3249-BA7F-E2C31F6E7597}">
      <dsp:nvSpPr>
        <dsp:cNvPr id="0" name=""/>
        <dsp:cNvSpPr/>
      </dsp:nvSpPr>
      <dsp:spPr>
        <a:xfrm>
          <a:off x="1372437" y="767224"/>
          <a:ext cx="1371265" cy="652185"/>
        </a:xfrm>
        <a:prstGeom prst="rect">
          <a:avLst/>
        </a:prstGeom>
        <a:solidFill>
          <a:schemeClr val="accent2">
            <a:tint val="40000"/>
            <a:alpha val="90000"/>
            <a:hueOff val="-5970"/>
            <a:satOff val="-9111"/>
            <a:lumOff val="-941"/>
            <a:alphaOff val="0"/>
          </a:schemeClr>
        </a:solidFill>
        <a:ln w="34925" cap="flat" cmpd="sng" algn="in">
          <a:solidFill>
            <a:schemeClr val="accent2">
              <a:tint val="40000"/>
              <a:alpha val="90000"/>
              <a:hueOff val="-5970"/>
              <a:satOff val="-9111"/>
              <a:lumOff val="-9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Artist gender (M/F)</a:t>
          </a:r>
          <a:endParaRPr lang="en-US" sz="1500" kern="1200"/>
        </a:p>
      </dsp:txBody>
      <dsp:txXfrm>
        <a:off x="1372437" y="767224"/>
        <a:ext cx="1371265" cy="652185"/>
      </dsp:txXfrm>
    </dsp:sp>
    <dsp:sp modelId="{32577A72-54CA-9240-A677-E18CE28BC542}">
      <dsp:nvSpPr>
        <dsp:cNvPr id="0" name=""/>
        <dsp:cNvSpPr/>
      </dsp:nvSpPr>
      <dsp:spPr>
        <a:xfrm>
          <a:off x="2743702" y="767224"/>
          <a:ext cx="1371265" cy="652185"/>
        </a:xfrm>
        <a:prstGeom prst="rect">
          <a:avLst/>
        </a:prstGeom>
        <a:solidFill>
          <a:schemeClr val="accent2">
            <a:tint val="40000"/>
            <a:alpha val="90000"/>
            <a:hueOff val="-11941"/>
            <a:satOff val="-18222"/>
            <a:lumOff val="-1882"/>
            <a:alphaOff val="0"/>
          </a:schemeClr>
        </a:solidFill>
        <a:ln w="34925" cap="flat" cmpd="sng" algn="in">
          <a:solidFill>
            <a:schemeClr val="accent2">
              <a:tint val="40000"/>
              <a:alpha val="90000"/>
              <a:hueOff val="-11941"/>
              <a:satOff val="-18222"/>
              <a:lumOff val="-18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Category (Group/Solo)</a:t>
          </a:r>
          <a:endParaRPr lang="en-US" sz="1500" kern="1200"/>
        </a:p>
      </dsp:txBody>
      <dsp:txXfrm>
        <a:off x="2743702" y="767224"/>
        <a:ext cx="1371265" cy="652185"/>
      </dsp:txXfrm>
    </dsp:sp>
    <dsp:sp modelId="{668E39DF-81CA-0147-BE80-26C8E819E4BE}">
      <dsp:nvSpPr>
        <dsp:cNvPr id="0" name=""/>
        <dsp:cNvSpPr/>
      </dsp:nvSpPr>
      <dsp:spPr>
        <a:xfrm>
          <a:off x="4114967" y="767224"/>
          <a:ext cx="1371265" cy="652185"/>
        </a:xfrm>
        <a:prstGeom prst="rect">
          <a:avLst/>
        </a:prstGeom>
        <a:solidFill>
          <a:schemeClr val="accent2">
            <a:tint val="40000"/>
            <a:alpha val="90000"/>
            <a:hueOff val="-17911"/>
            <a:satOff val="-27334"/>
            <a:lumOff val="-2823"/>
            <a:alphaOff val="0"/>
          </a:schemeClr>
        </a:solidFill>
        <a:ln w="34925" cap="flat" cmpd="sng" algn="in">
          <a:solidFill>
            <a:schemeClr val="accent2">
              <a:tint val="40000"/>
              <a:alpha val="90000"/>
              <a:hueOff val="-17911"/>
              <a:satOff val="-27334"/>
              <a:lumOff val="-28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Peak position</a:t>
          </a:r>
          <a:endParaRPr lang="en-US" sz="1500" kern="1200"/>
        </a:p>
      </dsp:txBody>
      <dsp:txXfrm>
        <a:off x="4114967" y="767224"/>
        <a:ext cx="1371265" cy="652185"/>
      </dsp:txXfrm>
    </dsp:sp>
    <dsp:sp modelId="{D9C53F5F-7813-7246-808C-C27558B794DC}">
      <dsp:nvSpPr>
        <dsp:cNvPr id="0" name=""/>
        <dsp:cNvSpPr/>
      </dsp:nvSpPr>
      <dsp:spPr>
        <a:xfrm>
          <a:off x="5486232" y="767224"/>
          <a:ext cx="1371265" cy="652185"/>
        </a:xfrm>
        <a:prstGeom prst="rect">
          <a:avLst/>
        </a:prstGeom>
        <a:solidFill>
          <a:schemeClr val="accent2">
            <a:tint val="40000"/>
            <a:alpha val="90000"/>
            <a:hueOff val="-23882"/>
            <a:satOff val="-36445"/>
            <a:lumOff val="-3764"/>
            <a:alphaOff val="0"/>
          </a:schemeClr>
        </a:solidFill>
        <a:ln w="34925" cap="flat" cmpd="sng" algn="in">
          <a:solidFill>
            <a:schemeClr val="accent2">
              <a:tint val="40000"/>
              <a:alpha val="90000"/>
              <a:hueOff val="-23882"/>
              <a:satOff val="-36445"/>
              <a:lumOff val="-376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Weeks on chart</a:t>
          </a:r>
          <a:endParaRPr lang="en-US" sz="1500" kern="1200"/>
        </a:p>
      </dsp:txBody>
      <dsp:txXfrm>
        <a:off x="5486232" y="767224"/>
        <a:ext cx="1371265" cy="652185"/>
      </dsp:txXfrm>
    </dsp:sp>
    <dsp:sp modelId="{5E11424B-65A7-C542-B717-88E482EEC624}">
      <dsp:nvSpPr>
        <dsp:cNvPr id="0" name=""/>
        <dsp:cNvSpPr/>
      </dsp:nvSpPr>
      <dsp:spPr>
        <a:xfrm>
          <a:off x="6857497" y="767224"/>
          <a:ext cx="1371265" cy="652185"/>
        </a:xfrm>
        <a:prstGeom prst="rect">
          <a:avLst/>
        </a:prstGeom>
        <a:solidFill>
          <a:schemeClr val="accent2">
            <a:tint val="40000"/>
            <a:alpha val="90000"/>
            <a:hueOff val="-29852"/>
            <a:satOff val="-45556"/>
            <a:lumOff val="-4705"/>
            <a:alphaOff val="0"/>
          </a:schemeClr>
        </a:solidFill>
        <a:ln w="34925" cap="flat" cmpd="sng" algn="in">
          <a:solidFill>
            <a:schemeClr val="accent2">
              <a:tint val="40000"/>
              <a:alpha val="90000"/>
              <a:hueOff val="-29852"/>
              <a:satOff val="-45556"/>
              <a:lumOff val="-470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Chart trajectory (time series)</a:t>
          </a:r>
          <a:endParaRPr lang="en-US" sz="1500" kern="1200"/>
        </a:p>
      </dsp:txBody>
      <dsp:txXfrm>
        <a:off x="6857497" y="767224"/>
        <a:ext cx="1371265" cy="652185"/>
      </dsp:txXfrm>
    </dsp:sp>
    <dsp:sp modelId="{9482B156-D6EA-DD49-B255-0E52CD9A0F9D}">
      <dsp:nvSpPr>
        <dsp:cNvPr id="0" name=""/>
        <dsp:cNvSpPr/>
      </dsp:nvSpPr>
      <dsp:spPr>
        <a:xfrm>
          <a:off x="8228762" y="767224"/>
          <a:ext cx="1371265" cy="652185"/>
        </a:xfrm>
        <a:prstGeom prst="rect">
          <a:avLst/>
        </a:prstGeom>
        <a:solidFill>
          <a:schemeClr val="accent2">
            <a:tint val="40000"/>
            <a:alpha val="90000"/>
            <a:hueOff val="-35823"/>
            <a:satOff val="-54667"/>
            <a:lumOff val="-5646"/>
            <a:alphaOff val="0"/>
          </a:schemeClr>
        </a:solidFill>
        <a:ln w="34925" cap="flat" cmpd="sng" algn="in">
          <a:solidFill>
            <a:schemeClr val="accent2">
              <a:tint val="40000"/>
              <a:alpha val="90000"/>
              <a:hueOff val="-35823"/>
              <a:satOff val="-54667"/>
              <a:lumOff val="-564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i="1" kern="1200" baseline="0"/>
            <a:t>Raw + cleaned lyrics</a:t>
          </a:r>
          <a:endParaRPr lang="en-US" sz="1500" kern="1200"/>
        </a:p>
      </dsp:txBody>
      <dsp:txXfrm>
        <a:off x="8228762" y="767224"/>
        <a:ext cx="1371265" cy="6521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99E69-1641-4A2E-A77C-8B8496BE73B2}">
      <dsp:nvSpPr>
        <dsp:cNvPr id="0" name=""/>
        <dsp:cNvSpPr/>
      </dsp:nvSpPr>
      <dsp:spPr>
        <a:xfrm>
          <a:off x="969223" y="908552"/>
          <a:ext cx="1038023" cy="10380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6FC42F2-F1FF-4FC4-A226-8543981EC8D4}">
      <dsp:nvSpPr>
        <dsp:cNvPr id="0" name=""/>
        <dsp:cNvSpPr/>
      </dsp:nvSpPr>
      <dsp:spPr>
        <a:xfrm>
          <a:off x="5344" y="2022441"/>
          <a:ext cx="2965781" cy="444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US" sz="1700" kern="1200" baseline="0"/>
            <a:t>Most represented:</a:t>
          </a:r>
          <a:endParaRPr lang="en-US" sz="1700" kern="1200"/>
        </a:p>
      </dsp:txBody>
      <dsp:txXfrm>
        <a:off x="5344" y="2022441"/>
        <a:ext cx="2965781" cy="444867"/>
      </dsp:txXfrm>
    </dsp:sp>
    <dsp:sp modelId="{88BA3C72-5812-4961-BC25-B656798235E0}">
      <dsp:nvSpPr>
        <dsp:cNvPr id="0" name=""/>
        <dsp:cNvSpPr/>
      </dsp:nvSpPr>
      <dsp:spPr>
        <a:xfrm>
          <a:off x="5344" y="2502594"/>
          <a:ext cx="2965781" cy="170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i="1" kern="1200" baseline="0"/>
            <a:t>BTS (29 songs), BLACKPINK (24).</a:t>
          </a:r>
          <a:endParaRPr lang="en-US" sz="1300" kern="1200"/>
        </a:p>
      </dsp:txBody>
      <dsp:txXfrm>
        <a:off x="5344" y="2502594"/>
        <a:ext cx="2965781" cy="170253"/>
      </dsp:txXfrm>
    </dsp:sp>
    <dsp:sp modelId="{D2C9651F-63D0-421A-BA55-17D71424BEFC}">
      <dsp:nvSpPr>
        <dsp:cNvPr id="0" name=""/>
        <dsp:cNvSpPr/>
      </dsp:nvSpPr>
      <dsp:spPr>
        <a:xfrm>
          <a:off x="4454016" y="908552"/>
          <a:ext cx="1038023" cy="10380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5994CDD-5B31-4774-A0D3-6C4BEBF11FF1}">
      <dsp:nvSpPr>
        <dsp:cNvPr id="0" name=""/>
        <dsp:cNvSpPr/>
      </dsp:nvSpPr>
      <dsp:spPr>
        <a:xfrm>
          <a:off x="3490137" y="2022441"/>
          <a:ext cx="2965781" cy="444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US" sz="1700" kern="1200" baseline="0"/>
            <a:t>Soloists:</a:t>
          </a:r>
          <a:endParaRPr lang="en-US" sz="1700" kern="1200"/>
        </a:p>
      </dsp:txBody>
      <dsp:txXfrm>
        <a:off x="3490137" y="2022441"/>
        <a:ext cx="2965781" cy="444867"/>
      </dsp:txXfrm>
    </dsp:sp>
    <dsp:sp modelId="{008D6A40-B4C2-408D-B56D-95B7D06E974A}">
      <dsp:nvSpPr>
        <dsp:cNvPr id="0" name=""/>
        <dsp:cNvSpPr/>
      </dsp:nvSpPr>
      <dsp:spPr>
        <a:xfrm>
          <a:off x="3490137" y="2502594"/>
          <a:ext cx="2965781" cy="170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i="1" kern="1200" baseline="0"/>
            <a:t>V (15), Jungkook (14), Jennie (14).</a:t>
          </a:r>
          <a:endParaRPr lang="en-US" sz="1300" kern="1200"/>
        </a:p>
      </dsp:txBody>
      <dsp:txXfrm>
        <a:off x="3490137" y="2502594"/>
        <a:ext cx="2965781" cy="170253"/>
      </dsp:txXfrm>
    </dsp:sp>
    <dsp:sp modelId="{CAE2DD76-0C38-4290-9DCB-7074F10A2301}">
      <dsp:nvSpPr>
        <dsp:cNvPr id="0" name=""/>
        <dsp:cNvSpPr/>
      </dsp:nvSpPr>
      <dsp:spPr>
        <a:xfrm>
          <a:off x="7938809" y="908552"/>
          <a:ext cx="1038023" cy="10380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779F3DD-E69F-4DEF-A371-EE1E9EC1E407}">
      <dsp:nvSpPr>
        <dsp:cNvPr id="0" name=""/>
        <dsp:cNvSpPr/>
      </dsp:nvSpPr>
      <dsp:spPr>
        <a:xfrm>
          <a:off x="6974930" y="2022441"/>
          <a:ext cx="2965781" cy="444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US" sz="1700" kern="1200" baseline="0"/>
            <a:t>Nearly all artists appear on Global 200; </a:t>
          </a:r>
          <a:endParaRPr lang="en-US" sz="1700" kern="1200"/>
        </a:p>
      </dsp:txBody>
      <dsp:txXfrm>
        <a:off x="6974930" y="2022441"/>
        <a:ext cx="2965781" cy="444867"/>
      </dsp:txXfrm>
    </dsp:sp>
    <dsp:sp modelId="{0DC0D587-3FDD-468F-BB90-21C949E2C9D4}">
      <dsp:nvSpPr>
        <dsp:cNvPr id="0" name=""/>
        <dsp:cNvSpPr/>
      </dsp:nvSpPr>
      <dsp:spPr>
        <a:xfrm>
          <a:off x="6974930" y="2502594"/>
          <a:ext cx="2965781" cy="17025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95CFF2-81C5-4256-99EC-ED7929E24FB4}">
      <dsp:nvSpPr>
        <dsp:cNvPr id="0" name=""/>
        <dsp:cNvSpPr/>
      </dsp:nvSpPr>
      <dsp:spPr>
        <a:xfrm>
          <a:off x="595653" y="1950"/>
          <a:ext cx="823499" cy="82349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BB0CAD-6E46-4F09-A92E-A465EA56B6F4}">
      <dsp:nvSpPr>
        <dsp:cNvPr id="0" name=""/>
        <dsp:cNvSpPr/>
      </dsp:nvSpPr>
      <dsp:spPr>
        <a:xfrm>
          <a:off x="771153" y="177450"/>
          <a:ext cx="472499" cy="472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DEBE90F-A780-44E0-8714-4B768FEC2E58}">
      <dsp:nvSpPr>
        <dsp:cNvPr id="0" name=""/>
        <dsp:cNvSpPr/>
      </dsp:nvSpPr>
      <dsp:spPr>
        <a:xfrm>
          <a:off x="332403" y="1081949"/>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Korean Lyric Ratio</a:t>
          </a:r>
          <a:endParaRPr lang="en-US" sz="1100" kern="1200"/>
        </a:p>
      </dsp:txBody>
      <dsp:txXfrm>
        <a:off x="332403" y="1081949"/>
        <a:ext cx="1349999" cy="540000"/>
      </dsp:txXfrm>
    </dsp:sp>
    <dsp:sp modelId="{EB2EFED3-BE3C-4367-BADE-F1D3B768B107}">
      <dsp:nvSpPr>
        <dsp:cNvPr id="0" name=""/>
        <dsp:cNvSpPr/>
      </dsp:nvSpPr>
      <dsp:spPr>
        <a:xfrm>
          <a:off x="2181903" y="1950"/>
          <a:ext cx="823499" cy="82349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889BEB-5BE2-4E21-9171-D9EA818DE7B6}">
      <dsp:nvSpPr>
        <dsp:cNvPr id="0" name=""/>
        <dsp:cNvSpPr/>
      </dsp:nvSpPr>
      <dsp:spPr>
        <a:xfrm>
          <a:off x="2357403" y="177450"/>
          <a:ext cx="472499" cy="472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91C02D9-911E-4206-B2D3-B2DF0D8859E8}">
      <dsp:nvSpPr>
        <dsp:cNvPr id="0" name=""/>
        <dsp:cNvSpPr/>
      </dsp:nvSpPr>
      <dsp:spPr>
        <a:xfrm>
          <a:off x="1918653" y="1081949"/>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English Lyric Ratio</a:t>
          </a:r>
          <a:endParaRPr lang="en-US" sz="1100" kern="1200"/>
        </a:p>
      </dsp:txBody>
      <dsp:txXfrm>
        <a:off x="1918653" y="1081949"/>
        <a:ext cx="1349999" cy="540000"/>
      </dsp:txXfrm>
    </dsp:sp>
    <dsp:sp modelId="{38104254-AD14-4F5B-BC57-A88949B92F6E}">
      <dsp:nvSpPr>
        <dsp:cNvPr id="0" name=""/>
        <dsp:cNvSpPr/>
      </dsp:nvSpPr>
      <dsp:spPr>
        <a:xfrm>
          <a:off x="3768153" y="1950"/>
          <a:ext cx="823499" cy="823499"/>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D9FF03-EDAE-49F1-AF5A-B05A355E70A5}">
      <dsp:nvSpPr>
        <dsp:cNvPr id="0" name=""/>
        <dsp:cNvSpPr/>
      </dsp:nvSpPr>
      <dsp:spPr>
        <a:xfrm>
          <a:off x="3943653" y="177450"/>
          <a:ext cx="472499" cy="4724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5DCE693-8AA5-440B-8A9C-1120F17AC765}">
      <dsp:nvSpPr>
        <dsp:cNvPr id="0" name=""/>
        <dsp:cNvSpPr/>
      </dsp:nvSpPr>
      <dsp:spPr>
        <a:xfrm>
          <a:off x="3504903" y="1081949"/>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Code-switch count</a:t>
          </a:r>
          <a:endParaRPr lang="en-US" sz="1100" kern="1200"/>
        </a:p>
      </dsp:txBody>
      <dsp:txXfrm>
        <a:off x="3504903" y="1081949"/>
        <a:ext cx="1349999" cy="540000"/>
      </dsp:txXfrm>
    </dsp:sp>
    <dsp:sp modelId="{E5DAE4EB-6F1E-4E12-B392-4AB699E03564}">
      <dsp:nvSpPr>
        <dsp:cNvPr id="0" name=""/>
        <dsp:cNvSpPr/>
      </dsp:nvSpPr>
      <dsp:spPr>
        <a:xfrm>
          <a:off x="5354403" y="1950"/>
          <a:ext cx="823499" cy="823499"/>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C2B76E-0C97-4B03-A734-F3FBC6837B05}">
      <dsp:nvSpPr>
        <dsp:cNvPr id="0" name=""/>
        <dsp:cNvSpPr/>
      </dsp:nvSpPr>
      <dsp:spPr>
        <a:xfrm>
          <a:off x="5529903" y="177450"/>
          <a:ext cx="472499" cy="4724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947C91A3-6372-492C-9846-EDB035200DC6}">
      <dsp:nvSpPr>
        <dsp:cNvPr id="0" name=""/>
        <dsp:cNvSpPr/>
      </dsp:nvSpPr>
      <dsp:spPr>
        <a:xfrm>
          <a:off x="5091153" y="1081949"/>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Repetition count</a:t>
          </a:r>
          <a:endParaRPr lang="en-US" sz="1100" kern="1200"/>
        </a:p>
      </dsp:txBody>
      <dsp:txXfrm>
        <a:off x="5091153" y="1081949"/>
        <a:ext cx="1349999" cy="540000"/>
      </dsp:txXfrm>
    </dsp:sp>
    <dsp:sp modelId="{8195D2D8-507B-413A-A304-03BD8E06C736}">
      <dsp:nvSpPr>
        <dsp:cNvPr id="0" name=""/>
        <dsp:cNvSpPr/>
      </dsp:nvSpPr>
      <dsp:spPr>
        <a:xfrm>
          <a:off x="6940653" y="1950"/>
          <a:ext cx="823499" cy="823499"/>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44D896-6BE9-4567-AF4B-B23C836B9A39}">
      <dsp:nvSpPr>
        <dsp:cNvPr id="0" name=""/>
        <dsp:cNvSpPr/>
      </dsp:nvSpPr>
      <dsp:spPr>
        <a:xfrm>
          <a:off x="7116153" y="177450"/>
          <a:ext cx="472499" cy="4724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35E273A-FD3B-4E1A-97B8-23B80503FEE7}">
      <dsp:nvSpPr>
        <dsp:cNvPr id="0" name=""/>
        <dsp:cNvSpPr/>
      </dsp:nvSpPr>
      <dsp:spPr>
        <a:xfrm>
          <a:off x="6677403" y="1081949"/>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Alliteration</a:t>
          </a:r>
          <a:endParaRPr lang="en-US" sz="1100" kern="1200"/>
        </a:p>
      </dsp:txBody>
      <dsp:txXfrm>
        <a:off x="6677403" y="1081949"/>
        <a:ext cx="1349999" cy="540000"/>
      </dsp:txXfrm>
    </dsp:sp>
    <dsp:sp modelId="{D91C88CB-09DA-424B-B1BE-8D14515E6D89}">
      <dsp:nvSpPr>
        <dsp:cNvPr id="0" name=""/>
        <dsp:cNvSpPr/>
      </dsp:nvSpPr>
      <dsp:spPr>
        <a:xfrm>
          <a:off x="8526903" y="1950"/>
          <a:ext cx="823499" cy="82349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73ED74-3D75-4435-A15E-EB8E2744FD35}">
      <dsp:nvSpPr>
        <dsp:cNvPr id="0" name=""/>
        <dsp:cNvSpPr/>
      </dsp:nvSpPr>
      <dsp:spPr>
        <a:xfrm>
          <a:off x="8702403" y="177450"/>
          <a:ext cx="472499" cy="47249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45133BD5-A645-43A9-8D76-D94D21267B67}">
      <dsp:nvSpPr>
        <dsp:cNvPr id="0" name=""/>
        <dsp:cNvSpPr/>
      </dsp:nvSpPr>
      <dsp:spPr>
        <a:xfrm>
          <a:off x="8263653" y="1081949"/>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Filler words (“oh,” “yeah,” “la,” etc.)</a:t>
          </a:r>
          <a:endParaRPr lang="en-US" sz="1100" kern="1200"/>
        </a:p>
      </dsp:txBody>
      <dsp:txXfrm>
        <a:off x="8263653" y="1081949"/>
        <a:ext cx="1349999" cy="540000"/>
      </dsp:txXfrm>
    </dsp:sp>
    <dsp:sp modelId="{BF9611CF-6759-41AD-9F52-F2FC69A61A3A}">
      <dsp:nvSpPr>
        <dsp:cNvPr id="0" name=""/>
        <dsp:cNvSpPr/>
      </dsp:nvSpPr>
      <dsp:spPr>
        <a:xfrm>
          <a:off x="4561278" y="1959450"/>
          <a:ext cx="823499" cy="82349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C87575-A554-4A0E-9D02-9A33B04171B1}">
      <dsp:nvSpPr>
        <dsp:cNvPr id="0" name=""/>
        <dsp:cNvSpPr/>
      </dsp:nvSpPr>
      <dsp:spPr>
        <a:xfrm>
          <a:off x="4736778" y="2134950"/>
          <a:ext cx="472499" cy="47249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914B3535-0B0B-46F4-AA45-B38BADC87A8B}">
      <dsp:nvSpPr>
        <dsp:cNvPr id="0" name=""/>
        <dsp:cNvSpPr/>
      </dsp:nvSpPr>
      <dsp:spPr>
        <a:xfrm>
          <a:off x="4298028" y="3039450"/>
          <a:ext cx="1349999"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baseline="0"/>
            <a:t>Combined with multilingual embeddings for the classification task.</a:t>
          </a:r>
          <a:endParaRPr lang="en-US" sz="1100" kern="1200"/>
        </a:p>
      </dsp:txBody>
      <dsp:txXfrm>
        <a:off x="4298028" y="3039450"/>
        <a:ext cx="1349999" cy="54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A4430-48BD-2549-892C-A117DF9E6EED}">
      <dsp:nvSpPr>
        <dsp:cNvPr id="0" name=""/>
        <dsp:cNvSpPr/>
      </dsp:nvSpPr>
      <dsp:spPr>
        <a:xfrm>
          <a:off x="3415962" y="1392651"/>
          <a:ext cx="91440" cy="584102"/>
        </a:xfrm>
        <a:custGeom>
          <a:avLst/>
          <a:gdLst/>
          <a:ahLst/>
          <a:cxnLst/>
          <a:rect l="0" t="0" r="0" b="0"/>
          <a:pathLst>
            <a:path>
              <a:moveTo>
                <a:pt x="45720" y="0"/>
              </a:moveTo>
              <a:lnTo>
                <a:pt x="45720" y="584102"/>
              </a:lnTo>
            </a:path>
          </a:pathLst>
        </a:custGeom>
        <a:noFill/>
        <a:ln w="34925" cap="flat" cmpd="sng" algn="in">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F38FA9-528E-5C40-8F6A-FEF96DD3A203}">
      <dsp:nvSpPr>
        <dsp:cNvPr id="0" name=""/>
        <dsp:cNvSpPr/>
      </dsp:nvSpPr>
      <dsp:spPr>
        <a:xfrm>
          <a:off x="961280" y="1392651"/>
          <a:ext cx="91440" cy="584102"/>
        </a:xfrm>
        <a:custGeom>
          <a:avLst/>
          <a:gdLst/>
          <a:ahLst/>
          <a:cxnLst/>
          <a:rect l="0" t="0" r="0" b="0"/>
          <a:pathLst>
            <a:path>
              <a:moveTo>
                <a:pt x="45720" y="0"/>
              </a:moveTo>
              <a:lnTo>
                <a:pt x="45720" y="584102"/>
              </a:lnTo>
            </a:path>
          </a:pathLst>
        </a:custGeom>
        <a:noFill/>
        <a:ln w="34925" cap="flat" cmpd="sng" algn="in">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D6513B-8C3D-3846-9447-1768C5474CBF}">
      <dsp:nvSpPr>
        <dsp:cNvPr id="0" name=""/>
        <dsp:cNvSpPr/>
      </dsp:nvSpPr>
      <dsp:spPr>
        <a:xfrm>
          <a:off x="2812" y="11733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B82EA9-EA06-A147-8C1F-C134EF522BF4}">
      <dsp:nvSpPr>
        <dsp:cNvPr id="0" name=""/>
        <dsp:cNvSpPr/>
      </dsp:nvSpPr>
      <dsp:spPr>
        <a:xfrm>
          <a:off x="225965" y="329327"/>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Normality check → Shapiro–Wilk</a:t>
          </a:r>
          <a:endParaRPr lang="en-US" sz="1700" kern="1200"/>
        </a:p>
      </dsp:txBody>
      <dsp:txXfrm>
        <a:off x="263318" y="366680"/>
        <a:ext cx="1933670" cy="1200612"/>
      </dsp:txXfrm>
    </dsp:sp>
    <dsp:sp modelId="{0B429102-1CAF-E747-9942-257288752D40}">
      <dsp:nvSpPr>
        <dsp:cNvPr id="0" name=""/>
        <dsp:cNvSpPr/>
      </dsp:nvSpPr>
      <dsp:spPr>
        <a:xfrm>
          <a:off x="2812" y="1976753"/>
          <a:ext cx="2008376" cy="1275318"/>
        </a:xfrm>
        <a:prstGeom prst="roundRect">
          <a:avLst>
            <a:gd name="adj" fmla="val 10000"/>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DF5781-961C-CB4E-989D-202348C011F2}">
      <dsp:nvSpPr>
        <dsp:cNvPr id="0" name=""/>
        <dsp:cNvSpPr/>
      </dsp:nvSpPr>
      <dsp:spPr>
        <a:xfrm>
          <a:off x="225965" y="2188748"/>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i="0" kern="1200" baseline="0"/>
            <a:t>This revealed that most features were non-normal.</a:t>
          </a:r>
          <a:endParaRPr lang="en-US" sz="1700" kern="1200"/>
        </a:p>
      </dsp:txBody>
      <dsp:txXfrm>
        <a:off x="263318" y="2226101"/>
        <a:ext cx="1933670" cy="1200612"/>
      </dsp:txXfrm>
    </dsp:sp>
    <dsp:sp modelId="{3C610FCE-585F-C549-97E7-A54922A4E116}">
      <dsp:nvSpPr>
        <dsp:cNvPr id="0" name=""/>
        <dsp:cNvSpPr/>
      </dsp:nvSpPr>
      <dsp:spPr>
        <a:xfrm>
          <a:off x="2457494" y="11733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B2129E-5F3C-6442-BB4A-8C4F84D17AD6}">
      <dsp:nvSpPr>
        <dsp:cNvPr id="0" name=""/>
        <dsp:cNvSpPr/>
      </dsp:nvSpPr>
      <dsp:spPr>
        <a:xfrm>
          <a:off x="2680647" y="329327"/>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Welch’s t-test</a:t>
          </a:r>
          <a:endParaRPr lang="en-US" sz="1700" kern="1200"/>
        </a:p>
      </dsp:txBody>
      <dsp:txXfrm>
        <a:off x="2718000" y="366680"/>
        <a:ext cx="1933670" cy="1200612"/>
      </dsp:txXfrm>
    </dsp:sp>
    <dsp:sp modelId="{AF413937-B2D9-D742-B015-924DE7BC97ED}">
      <dsp:nvSpPr>
        <dsp:cNvPr id="0" name=""/>
        <dsp:cNvSpPr/>
      </dsp:nvSpPr>
      <dsp:spPr>
        <a:xfrm>
          <a:off x="2457494" y="1976753"/>
          <a:ext cx="2008376" cy="1275318"/>
        </a:xfrm>
        <a:prstGeom prst="roundRect">
          <a:avLst>
            <a:gd name="adj" fmla="val 10000"/>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B0C2DB-3E70-0E42-9D85-256CB569CC07}">
      <dsp:nvSpPr>
        <dsp:cNvPr id="0" name=""/>
        <dsp:cNvSpPr/>
      </dsp:nvSpPr>
      <dsp:spPr>
        <a:xfrm>
          <a:off x="2680647" y="2188748"/>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i="0" kern="1200" baseline="0"/>
            <a:t>This test showed us unequal variance.</a:t>
          </a:r>
          <a:endParaRPr lang="en-US" sz="1700" kern="1200"/>
        </a:p>
      </dsp:txBody>
      <dsp:txXfrm>
        <a:off x="2718000" y="2226101"/>
        <a:ext cx="1933670" cy="1200612"/>
      </dsp:txXfrm>
    </dsp:sp>
    <dsp:sp modelId="{468F02EE-8C60-3148-B993-83A6FE6C3D60}">
      <dsp:nvSpPr>
        <dsp:cNvPr id="0" name=""/>
        <dsp:cNvSpPr/>
      </dsp:nvSpPr>
      <dsp:spPr>
        <a:xfrm>
          <a:off x="4912176" y="11733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31B378-581C-3742-B307-C6268DB5595A}">
      <dsp:nvSpPr>
        <dsp:cNvPr id="0" name=""/>
        <dsp:cNvSpPr/>
      </dsp:nvSpPr>
      <dsp:spPr>
        <a:xfrm>
          <a:off x="5135329" y="329327"/>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Proceeded with a Mann–Whitney U for a nonparametric test.</a:t>
          </a:r>
          <a:endParaRPr lang="en-US" sz="1700" kern="1200"/>
        </a:p>
      </dsp:txBody>
      <dsp:txXfrm>
        <a:off x="5172682" y="366680"/>
        <a:ext cx="1933670" cy="1200612"/>
      </dsp:txXfrm>
    </dsp:sp>
    <dsp:sp modelId="{3612F3E9-36E5-3C41-BBA0-8A3679FBA05A}">
      <dsp:nvSpPr>
        <dsp:cNvPr id="0" name=""/>
        <dsp:cNvSpPr/>
      </dsp:nvSpPr>
      <dsp:spPr>
        <a:xfrm>
          <a:off x="7366858" y="117332"/>
          <a:ext cx="2008376" cy="127531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50A8CF-F5B7-9F4E-82E7-A777686531CE}">
      <dsp:nvSpPr>
        <dsp:cNvPr id="0" name=""/>
        <dsp:cNvSpPr/>
      </dsp:nvSpPr>
      <dsp:spPr>
        <a:xfrm>
          <a:off x="7590011" y="329327"/>
          <a:ext cx="2008376" cy="1275318"/>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baseline="0"/>
            <a:t>Set the Significance threshold to </a:t>
          </a:r>
          <a:r>
            <a:rPr lang="el-GR" sz="1700" kern="1200" baseline="0"/>
            <a:t>α = 0.05.</a:t>
          </a:r>
          <a:endParaRPr lang="en-US" sz="1700" kern="1200"/>
        </a:p>
      </dsp:txBody>
      <dsp:txXfrm>
        <a:off x="7627364" y="366680"/>
        <a:ext cx="1933670" cy="12006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BE7BA-0C24-2D47-A961-538F68FB9DE6}">
      <dsp:nvSpPr>
        <dsp:cNvPr id="0" name=""/>
        <dsp:cNvSpPr/>
      </dsp:nvSpPr>
      <dsp:spPr>
        <a:xfrm>
          <a:off x="0" y="790825"/>
          <a:ext cx="2700337" cy="17147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4706C5-7B80-2F45-9F58-445225DE1F48}">
      <dsp:nvSpPr>
        <dsp:cNvPr id="0" name=""/>
        <dsp:cNvSpPr/>
      </dsp:nvSpPr>
      <dsp:spPr>
        <a:xfrm>
          <a:off x="300037" y="1075860"/>
          <a:ext cx="2700337" cy="1714714"/>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English dominance consistent across gender and chart.</a:t>
          </a:r>
          <a:endParaRPr lang="en-US" sz="2200" kern="1200"/>
        </a:p>
      </dsp:txBody>
      <dsp:txXfrm>
        <a:off x="350259" y="1126082"/>
        <a:ext cx="2599893" cy="1614270"/>
      </dsp:txXfrm>
    </dsp:sp>
    <dsp:sp modelId="{13110F8F-65EB-724F-BEEF-1E4F39517DCD}">
      <dsp:nvSpPr>
        <dsp:cNvPr id="0" name=""/>
        <dsp:cNvSpPr/>
      </dsp:nvSpPr>
      <dsp:spPr>
        <a:xfrm>
          <a:off x="3300412" y="790825"/>
          <a:ext cx="2700337" cy="17147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E023A9-0A58-C548-B3A2-A6567F53936A}">
      <dsp:nvSpPr>
        <dsp:cNvPr id="0" name=""/>
        <dsp:cNvSpPr/>
      </dsp:nvSpPr>
      <dsp:spPr>
        <a:xfrm>
          <a:off x="3600450" y="1075860"/>
          <a:ext cx="2700337" cy="1714714"/>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Trends exist but lack statistical power due to less data and limited time period.</a:t>
          </a:r>
          <a:endParaRPr lang="en-US" sz="2200" kern="1200"/>
        </a:p>
      </dsp:txBody>
      <dsp:txXfrm>
        <a:off x="3650672" y="1126082"/>
        <a:ext cx="2599893" cy="1614270"/>
      </dsp:txXfrm>
    </dsp:sp>
    <dsp:sp modelId="{36796182-9CBD-2E43-9135-20F0CFAE99F6}">
      <dsp:nvSpPr>
        <dsp:cNvPr id="0" name=""/>
        <dsp:cNvSpPr/>
      </dsp:nvSpPr>
      <dsp:spPr>
        <a:xfrm>
          <a:off x="6600824" y="790825"/>
          <a:ext cx="2700337" cy="17147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7427C4-BFBD-A040-B616-EBFD7FE89529}">
      <dsp:nvSpPr>
        <dsp:cNvPr id="0" name=""/>
        <dsp:cNvSpPr/>
      </dsp:nvSpPr>
      <dsp:spPr>
        <a:xfrm>
          <a:off x="6900862" y="1075860"/>
          <a:ext cx="2700337" cy="1714714"/>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Strong stylistic similarity across groups → English as a global identity marker.</a:t>
          </a:r>
          <a:endParaRPr lang="en-US" sz="2200" kern="1200"/>
        </a:p>
      </dsp:txBody>
      <dsp:txXfrm>
        <a:off x="6951084" y="1126082"/>
        <a:ext cx="2599893" cy="161427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60A20A-8994-4E6A-8298-B62396457038}">
      <dsp:nvSpPr>
        <dsp:cNvPr id="0" name=""/>
        <dsp:cNvSpPr/>
      </dsp:nvSpPr>
      <dsp:spPr>
        <a:xfrm>
          <a:off x="1506599" y="2908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82A942F6-31D2-4730-B176-F460FEEE0FDF}">
      <dsp:nvSpPr>
        <dsp:cNvPr id="0" name=""/>
        <dsp:cNvSpPr/>
      </dsp:nvSpPr>
      <dsp:spPr>
        <a:xfrm>
          <a:off x="102599" y="193180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US" sz="2500" kern="1200" baseline="0"/>
            <a:t>First computational analysis linking:</a:t>
          </a:r>
          <a:endParaRPr lang="en-US" sz="2500" kern="1200"/>
        </a:p>
      </dsp:txBody>
      <dsp:txXfrm>
        <a:off x="102599" y="1931804"/>
        <a:ext cx="4320000" cy="648000"/>
      </dsp:txXfrm>
    </dsp:sp>
    <dsp:sp modelId="{DB1568A4-DDCD-43ED-9E44-36B73B75B58F}">
      <dsp:nvSpPr>
        <dsp:cNvPr id="0" name=""/>
        <dsp:cNvSpPr/>
      </dsp:nvSpPr>
      <dsp:spPr>
        <a:xfrm>
          <a:off x="102599" y="2639799"/>
          <a:ext cx="4320000" cy="65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i="1" kern="1200" baseline="0"/>
            <a:t>Code-switching</a:t>
          </a:r>
          <a:endParaRPr lang="en-US" sz="1900" kern="1200"/>
        </a:p>
        <a:p>
          <a:pPr marL="0" lvl="0" indent="0" algn="ctr" defTabSz="844550">
            <a:lnSpc>
              <a:spcPct val="90000"/>
            </a:lnSpc>
            <a:spcBef>
              <a:spcPct val="0"/>
            </a:spcBef>
            <a:spcAft>
              <a:spcPct val="35000"/>
            </a:spcAft>
            <a:buNone/>
          </a:pPr>
          <a:r>
            <a:rPr lang="en-US" sz="1900" i="1" kern="1200" baseline="0"/>
            <a:t>Billboard chart context</a:t>
          </a:r>
          <a:endParaRPr lang="en-US" sz="1900" kern="1200"/>
        </a:p>
      </dsp:txBody>
      <dsp:txXfrm>
        <a:off x="102599" y="2639799"/>
        <a:ext cx="4320000" cy="650786"/>
      </dsp:txXfrm>
    </dsp:sp>
    <dsp:sp modelId="{26ED6F71-8D5C-4651-B6A3-6832EF7D900B}">
      <dsp:nvSpPr>
        <dsp:cNvPr id="0" name=""/>
        <dsp:cNvSpPr/>
      </dsp:nvSpPr>
      <dsp:spPr>
        <a:xfrm>
          <a:off x="6582600" y="2908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69C39EE9-987A-4086-9915-5486F35B4DC3}">
      <dsp:nvSpPr>
        <dsp:cNvPr id="0" name=""/>
        <dsp:cNvSpPr/>
      </dsp:nvSpPr>
      <dsp:spPr>
        <a:xfrm>
          <a:off x="5178600" y="193180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US" sz="2500" kern="1200" baseline="0"/>
            <a:t>Novel dataset combining chart metadata + multilingual lyrics.</a:t>
          </a:r>
          <a:endParaRPr lang="en-US" sz="2500" kern="1200"/>
        </a:p>
      </dsp:txBody>
      <dsp:txXfrm>
        <a:off x="5178600" y="1931804"/>
        <a:ext cx="4320000" cy="648000"/>
      </dsp:txXfrm>
    </dsp:sp>
    <dsp:sp modelId="{EA3526DD-94CA-48E6-A206-40C2618BB20E}">
      <dsp:nvSpPr>
        <dsp:cNvPr id="0" name=""/>
        <dsp:cNvSpPr/>
      </dsp:nvSpPr>
      <dsp:spPr>
        <a:xfrm>
          <a:off x="5178600" y="2639799"/>
          <a:ext cx="4320000" cy="65078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2EA5B8-5CAA-43F5-908D-2A669166B4EE}">
      <dsp:nvSpPr>
        <dsp:cNvPr id="0" name=""/>
        <dsp:cNvSpPr/>
      </dsp:nvSpPr>
      <dsp:spPr>
        <a:xfrm>
          <a:off x="738572" y="826157"/>
          <a:ext cx="919704" cy="9197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A568DAED-F262-4C7F-837C-7186726C9430}">
      <dsp:nvSpPr>
        <dsp:cNvPr id="0" name=""/>
        <dsp:cNvSpPr/>
      </dsp:nvSpPr>
      <dsp:spPr>
        <a:xfrm>
          <a:off x="176530" y="2035242"/>
          <a:ext cx="204378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baseline="0"/>
            <a:t>Only internationally successful songs → bias.</a:t>
          </a:r>
          <a:endParaRPr lang="en-US" sz="1600" kern="1200"/>
        </a:p>
      </dsp:txBody>
      <dsp:txXfrm>
        <a:off x="176530" y="2035242"/>
        <a:ext cx="2043787" cy="720000"/>
      </dsp:txXfrm>
    </dsp:sp>
    <dsp:sp modelId="{9CEB60AD-E3E1-4E55-BB83-E23EC76B1A4E}">
      <dsp:nvSpPr>
        <dsp:cNvPr id="0" name=""/>
        <dsp:cNvSpPr/>
      </dsp:nvSpPr>
      <dsp:spPr>
        <a:xfrm>
          <a:off x="3140022" y="826157"/>
          <a:ext cx="919704" cy="9197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8025F0A4-C077-4EB7-8546-3158D2DB35BD}">
      <dsp:nvSpPr>
        <dsp:cNvPr id="0" name=""/>
        <dsp:cNvSpPr/>
      </dsp:nvSpPr>
      <dsp:spPr>
        <a:xfrm>
          <a:off x="2577981" y="2035242"/>
          <a:ext cx="204378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baseline="0"/>
            <a:t>Small sample size.</a:t>
          </a:r>
          <a:endParaRPr lang="en-US" sz="1600" kern="1200"/>
        </a:p>
      </dsp:txBody>
      <dsp:txXfrm>
        <a:off x="2577981" y="2035242"/>
        <a:ext cx="2043787" cy="720000"/>
      </dsp:txXfrm>
    </dsp:sp>
    <dsp:sp modelId="{95BE6EE1-E251-46B7-BD3F-2DC9689AE090}">
      <dsp:nvSpPr>
        <dsp:cNvPr id="0" name=""/>
        <dsp:cNvSpPr/>
      </dsp:nvSpPr>
      <dsp:spPr>
        <a:xfrm>
          <a:off x="5541472" y="826157"/>
          <a:ext cx="919704" cy="9197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42AC7268-2914-48BA-B4D7-566AB3FAFCEB}">
      <dsp:nvSpPr>
        <dsp:cNvPr id="0" name=""/>
        <dsp:cNvSpPr/>
      </dsp:nvSpPr>
      <dsp:spPr>
        <a:xfrm>
          <a:off x="4979431" y="2035242"/>
          <a:ext cx="204378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baseline="0"/>
            <a:t>No audio/visual context (important for K-pop’s multimodality).</a:t>
          </a:r>
          <a:endParaRPr lang="en-US" sz="1600" kern="1200"/>
        </a:p>
      </dsp:txBody>
      <dsp:txXfrm>
        <a:off x="4979431" y="2035242"/>
        <a:ext cx="2043787" cy="720000"/>
      </dsp:txXfrm>
    </dsp:sp>
    <dsp:sp modelId="{0DB3589D-1364-4624-AF0C-D77F2027D523}">
      <dsp:nvSpPr>
        <dsp:cNvPr id="0" name=""/>
        <dsp:cNvSpPr/>
      </dsp:nvSpPr>
      <dsp:spPr>
        <a:xfrm>
          <a:off x="7942923" y="826157"/>
          <a:ext cx="919704" cy="9197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A3F45F6-6DE2-4501-BF89-A06064C27E9B}">
      <dsp:nvSpPr>
        <dsp:cNvPr id="0" name=""/>
        <dsp:cNvSpPr/>
      </dsp:nvSpPr>
      <dsp:spPr>
        <a:xfrm>
          <a:off x="7380881" y="2035242"/>
          <a:ext cx="204378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baseline="0"/>
            <a:t>Simplifies linguistic structure of Korean.</a:t>
          </a:r>
          <a:endParaRPr lang="en-US" sz="1600" kern="1200"/>
        </a:p>
      </dsp:txBody>
      <dsp:txXfrm>
        <a:off x="7380881" y="2035242"/>
        <a:ext cx="2043787"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F454C-B2FD-45DF-8287-F06922297C89}">
      <dsp:nvSpPr>
        <dsp:cNvPr id="0" name=""/>
        <dsp:cNvSpPr/>
      </dsp:nvSpPr>
      <dsp:spPr>
        <a:xfrm>
          <a:off x="0" y="1804"/>
          <a:ext cx="6506304" cy="7688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9416A7-1666-4FC5-8976-6C72289EC56A}">
      <dsp:nvSpPr>
        <dsp:cNvPr id="0" name=""/>
        <dsp:cNvSpPr/>
      </dsp:nvSpPr>
      <dsp:spPr>
        <a:xfrm>
          <a:off x="232579" y="174797"/>
          <a:ext cx="422872" cy="4228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22240DF7-5482-47E5-A2BE-4FE9D6FD586F}">
      <dsp:nvSpPr>
        <dsp:cNvPr id="0" name=""/>
        <dsp:cNvSpPr/>
      </dsp:nvSpPr>
      <dsp:spPr>
        <a:xfrm>
          <a:off x="888032" y="1804"/>
          <a:ext cx="5618271" cy="76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71" tIns="81371" rIns="81371" bIns="81371" numCol="1" spcCol="1270" anchor="ctr" anchorCtr="0">
          <a:noAutofit/>
        </a:bodyPr>
        <a:lstStyle/>
        <a:p>
          <a:pPr marL="0" lvl="0" indent="0" algn="l" defTabSz="844550">
            <a:lnSpc>
              <a:spcPct val="90000"/>
            </a:lnSpc>
            <a:spcBef>
              <a:spcPct val="0"/>
            </a:spcBef>
            <a:spcAft>
              <a:spcPct val="35000"/>
            </a:spcAft>
            <a:buNone/>
          </a:pPr>
          <a:r>
            <a:rPr lang="en-US" sz="1900" kern="1200" baseline="0"/>
            <a:t>Expand dataset (domestic charts, pre-2017, smaller agencies).</a:t>
          </a:r>
          <a:endParaRPr lang="en-US" sz="1900" kern="1200"/>
        </a:p>
      </dsp:txBody>
      <dsp:txXfrm>
        <a:off x="888032" y="1804"/>
        <a:ext cx="5618271" cy="768859"/>
      </dsp:txXfrm>
    </dsp:sp>
    <dsp:sp modelId="{C6BFD6CE-2BDA-430F-AB7C-9B2A28E1BE9E}">
      <dsp:nvSpPr>
        <dsp:cNvPr id="0" name=""/>
        <dsp:cNvSpPr/>
      </dsp:nvSpPr>
      <dsp:spPr>
        <a:xfrm>
          <a:off x="0" y="962878"/>
          <a:ext cx="6506304" cy="7688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D81FFF-7DB7-4AEE-8A48-BD22952F7EFB}">
      <dsp:nvSpPr>
        <dsp:cNvPr id="0" name=""/>
        <dsp:cNvSpPr/>
      </dsp:nvSpPr>
      <dsp:spPr>
        <a:xfrm>
          <a:off x="232579" y="1135872"/>
          <a:ext cx="422872" cy="4228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5502E61-929A-4091-8636-59AD1D2F16C7}">
      <dsp:nvSpPr>
        <dsp:cNvPr id="0" name=""/>
        <dsp:cNvSpPr/>
      </dsp:nvSpPr>
      <dsp:spPr>
        <a:xfrm>
          <a:off x="888032" y="962878"/>
          <a:ext cx="5618271" cy="76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71" tIns="81371" rIns="81371" bIns="81371" numCol="1" spcCol="1270" anchor="ctr" anchorCtr="0">
          <a:noAutofit/>
        </a:bodyPr>
        <a:lstStyle/>
        <a:p>
          <a:pPr marL="0" lvl="0" indent="0" algn="l" defTabSz="844550">
            <a:lnSpc>
              <a:spcPct val="90000"/>
            </a:lnSpc>
            <a:spcBef>
              <a:spcPct val="0"/>
            </a:spcBef>
            <a:spcAft>
              <a:spcPct val="35000"/>
            </a:spcAft>
            <a:buNone/>
          </a:pPr>
          <a:r>
            <a:rPr lang="en-US" sz="1900" kern="1200" baseline="0"/>
            <a:t>Include multimodal features (audio, choreography, MV aesthetics).</a:t>
          </a:r>
          <a:endParaRPr lang="en-US" sz="1900" kern="1200"/>
        </a:p>
      </dsp:txBody>
      <dsp:txXfrm>
        <a:off x="888032" y="962878"/>
        <a:ext cx="5618271" cy="768859"/>
      </dsp:txXfrm>
    </dsp:sp>
    <dsp:sp modelId="{C5DBDB68-0AAC-4AE7-A4C1-B386140FC9D2}">
      <dsp:nvSpPr>
        <dsp:cNvPr id="0" name=""/>
        <dsp:cNvSpPr/>
      </dsp:nvSpPr>
      <dsp:spPr>
        <a:xfrm>
          <a:off x="0" y="1923953"/>
          <a:ext cx="6506304" cy="7688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EF8BD7-C603-4B1B-A8F6-3C6734F005BB}">
      <dsp:nvSpPr>
        <dsp:cNvPr id="0" name=""/>
        <dsp:cNvSpPr/>
      </dsp:nvSpPr>
      <dsp:spPr>
        <a:xfrm>
          <a:off x="232579" y="2096946"/>
          <a:ext cx="422872" cy="4228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3ACB137-CE7E-404C-A665-C853BA857D20}">
      <dsp:nvSpPr>
        <dsp:cNvPr id="0" name=""/>
        <dsp:cNvSpPr/>
      </dsp:nvSpPr>
      <dsp:spPr>
        <a:xfrm>
          <a:off x="888032" y="1923953"/>
          <a:ext cx="5618271" cy="76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71" tIns="81371" rIns="81371" bIns="81371" numCol="1" spcCol="1270" anchor="ctr" anchorCtr="0">
          <a:noAutofit/>
        </a:bodyPr>
        <a:lstStyle/>
        <a:p>
          <a:pPr marL="0" lvl="0" indent="0" algn="l" defTabSz="844550">
            <a:lnSpc>
              <a:spcPct val="90000"/>
            </a:lnSpc>
            <a:spcBef>
              <a:spcPct val="0"/>
            </a:spcBef>
            <a:spcAft>
              <a:spcPct val="35000"/>
            </a:spcAft>
            <a:buNone/>
          </a:pPr>
          <a:r>
            <a:rPr lang="en-US" sz="1900" kern="1200" baseline="0"/>
            <a:t>Chart-success prediction using linguistic + non-linguistic features.</a:t>
          </a:r>
          <a:endParaRPr lang="en-US" sz="1900" kern="1200"/>
        </a:p>
      </dsp:txBody>
      <dsp:txXfrm>
        <a:off x="888032" y="1923953"/>
        <a:ext cx="5618271" cy="768859"/>
      </dsp:txXfrm>
    </dsp:sp>
    <dsp:sp modelId="{00C17DF4-A72D-4DA6-A086-64DAA26E0F52}">
      <dsp:nvSpPr>
        <dsp:cNvPr id="0" name=""/>
        <dsp:cNvSpPr/>
      </dsp:nvSpPr>
      <dsp:spPr>
        <a:xfrm>
          <a:off x="0" y="2885027"/>
          <a:ext cx="6506304" cy="7688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38D5CA-18CC-4D1F-9CFD-0DC0944C78B6}">
      <dsp:nvSpPr>
        <dsp:cNvPr id="0" name=""/>
        <dsp:cNvSpPr/>
      </dsp:nvSpPr>
      <dsp:spPr>
        <a:xfrm>
          <a:off x="232579" y="3058020"/>
          <a:ext cx="422872" cy="4228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3D8F09B-8B0C-4FD1-9A3E-4E0EC0995CBC}">
      <dsp:nvSpPr>
        <dsp:cNvPr id="0" name=""/>
        <dsp:cNvSpPr/>
      </dsp:nvSpPr>
      <dsp:spPr>
        <a:xfrm>
          <a:off x="888032" y="2885027"/>
          <a:ext cx="5618271" cy="76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71" tIns="81371" rIns="81371" bIns="81371" numCol="1" spcCol="1270" anchor="ctr" anchorCtr="0">
          <a:noAutofit/>
        </a:bodyPr>
        <a:lstStyle/>
        <a:p>
          <a:pPr marL="0" lvl="0" indent="0" algn="l" defTabSz="844550">
            <a:lnSpc>
              <a:spcPct val="90000"/>
            </a:lnSpc>
            <a:spcBef>
              <a:spcPct val="0"/>
            </a:spcBef>
            <a:spcAft>
              <a:spcPct val="35000"/>
            </a:spcAft>
            <a:buNone/>
          </a:pPr>
          <a:r>
            <a:rPr lang="en-US" sz="1900" kern="1200" baseline="0"/>
            <a:t>Collaboration with Korean linguists for deeper semantic analysis.</a:t>
          </a:r>
          <a:endParaRPr lang="en-US" sz="1900" kern="1200"/>
        </a:p>
      </dsp:txBody>
      <dsp:txXfrm>
        <a:off x="888032" y="2885027"/>
        <a:ext cx="5618271" cy="768859"/>
      </dsp:txXfrm>
    </dsp:sp>
    <dsp:sp modelId="{5148AD77-7BE5-413C-8C72-D639BF09CB8A}">
      <dsp:nvSpPr>
        <dsp:cNvPr id="0" name=""/>
        <dsp:cNvSpPr/>
      </dsp:nvSpPr>
      <dsp:spPr>
        <a:xfrm>
          <a:off x="0" y="3846101"/>
          <a:ext cx="6506304" cy="7688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59DD5-B458-4CE4-8D9A-F582899E7A59}">
      <dsp:nvSpPr>
        <dsp:cNvPr id="0" name=""/>
        <dsp:cNvSpPr/>
      </dsp:nvSpPr>
      <dsp:spPr>
        <a:xfrm>
          <a:off x="232579" y="4019095"/>
          <a:ext cx="422872" cy="42287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5A11415-3D0D-4831-9D43-52CB2516897C}">
      <dsp:nvSpPr>
        <dsp:cNvPr id="0" name=""/>
        <dsp:cNvSpPr/>
      </dsp:nvSpPr>
      <dsp:spPr>
        <a:xfrm>
          <a:off x="888032" y="3846101"/>
          <a:ext cx="5618271" cy="76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71" tIns="81371" rIns="81371" bIns="81371" numCol="1" spcCol="1270" anchor="ctr" anchorCtr="0">
          <a:noAutofit/>
        </a:bodyPr>
        <a:lstStyle/>
        <a:p>
          <a:pPr marL="0" lvl="0" indent="0" algn="l" defTabSz="844550">
            <a:lnSpc>
              <a:spcPct val="90000"/>
            </a:lnSpc>
            <a:spcBef>
              <a:spcPct val="0"/>
            </a:spcBef>
            <a:spcAft>
              <a:spcPct val="35000"/>
            </a:spcAft>
            <a:buNone/>
          </a:pPr>
          <a:r>
            <a:rPr lang="en-US" sz="1900" kern="1200" baseline="0"/>
            <a:t>Temporal analysis: English rise over time.</a:t>
          </a:r>
          <a:endParaRPr lang="en-US" sz="1900" kern="1200"/>
        </a:p>
      </dsp:txBody>
      <dsp:txXfrm>
        <a:off x="888032" y="3846101"/>
        <a:ext cx="5618271" cy="768859"/>
      </dsp:txXfrm>
    </dsp:sp>
    <dsp:sp modelId="{E99A261B-7D1A-42DB-87B3-5AC4C225DDC2}">
      <dsp:nvSpPr>
        <dsp:cNvPr id="0" name=""/>
        <dsp:cNvSpPr/>
      </dsp:nvSpPr>
      <dsp:spPr>
        <a:xfrm>
          <a:off x="0" y="4807176"/>
          <a:ext cx="6506304" cy="7688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EACB00-7C35-49D3-8904-DA278EB76E3D}">
      <dsp:nvSpPr>
        <dsp:cNvPr id="0" name=""/>
        <dsp:cNvSpPr/>
      </dsp:nvSpPr>
      <dsp:spPr>
        <a:xfrm>
          <a:off x="232579" y="4980169"/>
          <a:ext cx="422872" cy="42287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B3E5D8B-77A6-47F2-9FEC-489561ABD0A9}">
      <dsp:nvSpPr>
        <dsp:cNvPr id="0" name=""/>
        <dsp:cNvSpPr/>
      </dsp:nvSpPr>
      <dsp:spPr>
        <a:xfrm>
          <a:off x="888032" y="4807176"/>
          <a:ext cx="5618271" cy="76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71" tIns="81371" rIns="81371" bIns="81371" numCol="1" spcCol="1270" anchor="ctr" anchorCtr="0">
          <a:noAutofit/>
        </a:bodyPr>
        <a:lstStyle/>
        <a:p>
          <a:pPr marL="0" lvl="0" indent="0" algn="l" defTabSz="844550">
            <a:lnSpc>
              <a:spcPct val="90000"/>
            </a:lnSpc>
            <a:spcBef>
              <a:spcPct val="0"/>
            </a:spcBef>
            <a:spcAft>
              <a:spcPct val="35000"/>
            </a:spcAft>
            <a:buNone/>
          </a:pPr>
          <a:r>
            <a:rPr lang="en-US" sz="1900" kern="1200" baseline="0"/>
            <a:t>Listener reception analysis across markets.</a:t>
          </a:r>
          <a:endParaRPr lang="en-US" sz="1900" kern="1200"/>
        </a:p>
      </dsp:txBody>
      <dsp:txXfrm>
        <a:off x="888032" y="4807176"/>
        <a:ext cx="5618271" cy="7688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88C1-5252-4F79-A042-CC0E4EC37683}" type="datetimeFigureOut">
              <a:t>04/03/2026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B79DAA-901A-49C6-966C-F19D68B13426}" type="slidenum">
              <a:t>‹#›</a:t>
            </a:fld>
            <a:endParaRPr lang="en-US"/>
          </a:p>
        </p:txBody>
      </p:sp>
    </p:spTree>
    <p:extLst>
      <p:ext uri="{BB962C8B-B14F-4D97-AF65-F5344CB8AC3E}">
        <p14:creationId xmlns:p14="http://schemas.microsoft.com/office/powerpoint/2010/main" val="2715792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Hello everybody, I am Aditya, you can call me Adi, if you find my name hard </a:t>
            </a:r>
            <a:r>
              <a:rPr lang="en-US">
                <a:ea typeface="Calibri"/>
                <a:cs typeface="Calibri"/>
                <a:sym typeface="Wingdings" pitchFamily="2" charset="2"/>
              </a:rPr>
              <a:t>:))</a:t>
            </a:r>
          </a:p>
          <a:p>
            <a:endParaRPr lang="en-US">
              <a:ea typeface="Calibri"/>
              <a:cs typeface="Calibri"/>
              <a:sym typeface="Wingdings" pitchFamily="2" charset="2"/>
            </a:endParaRPr>
          </a:p>
          <a:p>
            <a:r>
              <a:rPr lang="en-US">
                <a:ea typeface="Calibri"/>
                <a:cs typeface="Calibri"/>
                <a:sym typeface="Wingdings" pitchFamily="2" charset="2"/>
              </a:rPr>
              <a:t>As Reza said, I am a PhD student at the SAMOVAR lab at telecom </a:t>
            </a:r>
            <a:r>
              <a:rPr lang="en-US" err="1">
                <a:ea typeface="Calibri"/>
                <a:cs typeface="Calibri"/>
                <a:sym typeface="Wingdings" pitchFamily="2" charset="2"/>
              </a:rPr>
              <a:t>sudparis</a:t>
            </a:r>
            <a:r>
              <a:rPr lang="en-US">
                <a:ea typeface="Calibri"/>
                <a:cs typeface="Calibri"/>
                <a:sym typeface="Wingdings" pitchFamily="2" charset="2"/>
              </a:rPr>
              <a:t>. My Research is primarily on code switching in Low Resource Languages and Hate Speech. But during my masters I also worked with digital humanities, where I studied the presence of gender stereotypes in </a:t>
            </a:r>
            <a:r>
              <a:rPr lang="en-US" err="1">
                <a:ea typeface="Calibri"/>
                <a:cs typeface="Calibri"/>
                <a:sym typeface="Wingdings" pitchFamily="2" charset="2"/>
              </a:rPr>
              <a:t>childrens</a:t>
            </a:r>
            <a:r>
              <a:rPr lang="en-US">
                <a:ea typeface="Calibri"/>
                <a:cs typeface="Calibri"/>
                <a:sym typeface="Wingdings" pitchFamily="2" charset="2"/>
              </a:rPr>
              <a:t> rhymes and poems and provided a framework to rectify using LLMs.</a:t>
            </a:r>
          </a:p>
          <a:p>
            <a:endParaRPr lang="en-US">
              <a:ea typeface="Calibri"/>
              <a:cs typeface="Calibri"/>
              <a:sym typeface="Wingdings" pitchFamily="2" charset="2"/>
            </a:endParaRPr>
          </a:p>
          <a:p>
            <a:r>
              <a:rPr lang="en-US">
                <a:ea typeface="Calibri"/>
                <a:cs typeface="Calibri"/>
                <a:sym typeface="Wingdings" pitchFamily="2" charset="2"/>
              </a:rPr>
              <a:t>This is a look into our work “Global Beats, Local Tongue” published at the conference for computational humanities and resources last year at Luxembourg.</a:t>
            </a:r>
          </a:p>
        </p:txBody>
      </p:sp>
      <p:sp>
        <p:nvSpPr>
          <p:cNvPr id="4" name="Slide Number Placeholder 3"/>
          <p:cNvSpPr>
            <a:spLocks noGrp="1"/>
          </p:cNvSpPr>
          <p:nvPr>
            <p:ph type="sldNum" sz="quarter" idx="5"/>
          </p:nvPr>
        </p:nvSpPr>
        <p:spPr/>
        <p:txBody>
          <a:bodyPr/>
          <a:lstStyle/>
          <a:p>
            <a:fld id="{D2B79DAA-901A-49C6-966C-F19D68B13426}" type="slidenum">
              <a:t>1</a:t>
            </a:fld>
            <a:endParaRPr lang="en-US"/>
          </a:p>
        </p:txBody>
      </p:sp>
    </p:spTree>
    <p:extLst>
      <p:ext uri="{BB962C8B-B14F-4D97-AF65-F5344CB8AC3E}">
        <p14:creationId xmlns:p14="http://schemas.microsoft.com/office/powerpoint/2010/main" val="531656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is how I am looking to take you all along with my work. On a side note, I am very very open to comments and suggestions, since we were invited by the conference to submit an extended version of this work as part of their journal proceedings. So, please do not hesitate to pitch in Ideas at the end </a:t>
            </a:r>
            <a:r>
              <a:rPr lang="en-US">
                <a:ea typeface="Calibri"/>
                <a:cs typeface="Calibri"/>
                <a:sym typeface="Wingdings" pitchFamily="2" charset="2"/>
              </a:rPr>
              <a: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2B79DAA-901A-49C6-966C-F19D68B13426}" type="slidenum">
              <a:t>2</a:t>
            </a:fld>
            <a:endParaRPr lang="en-US"/>
          </a:p>
        </p:txBody>
      </p:sp>
    </p:spTree>
    <p:extLst>
      <p:ext uri="{BB962C8B-B14F-4D97-AF65-F5344CB8AC3E}">
        <p14:creationId xmlns:p14="http://schemas.microsoft.com/office/powerpoint/2010/main" val="2122665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If you do not know who this is, you probably live under a rock or you have not given into peer pressure, yet.  Kudos to you.</a:t>
            </a:r>
          </a:p>
          <a:p>
            <a:r>
              <a:rPr lang="en-US">
                <a:ea typeface="Calibri"/>
                <a:cs typeface="Calibri"/>
              </a:rPr>
              <a:t>For those who do know, please give me 2 minutes to geek out about this movie.</a:t>
            </a:r>
          </a:p>
          <a:p>
            <a:endParaRPr lang="en-US">
              <a:ea typeface="Calibri"/>
              <a:cs typeface="Calibri"/>
            </a:endParaRPr>
          </a:p>
          <a:p>
            <a:r>
              <a:rPr lang="en-US" err="1">
                <a:ea typeface="Calibri"/>
                <a:cs typeface="Calibri"/>
              </a:rPr>
              <a:t>Kpop</a:t>
            </a:r>
            <a:r>
              <a:rPr lang="en-US">
                <a:ea typeface="Calibri"/>
                <a:cs typeface="Calibri"/>
              </a:rPr>
              <a:t> demon hunters. A simple fantasy movie about 3 girls fighting demons while being </a:t>
            </a:r>
            <a:r>
              <a:rPr lang="en-US" err="1">
                <a:ea typeface="Calibri"/>
                <a:cs typeface="Calibri"/>
              </a:rPr>
              <a:t>kpop</a:t>
            </a:r>
            <a:r>
              <a:rPr lang="en-US">
                <a:ea typeface="Calibri"/>
                <a:cs typeface="Calibri"/>
              </a:rPr>
              <a:t> idols.</a:t>
            </a:r>
          </a:p>
          <a:p>
            <a:endParaRPr lang="en-US">
              <a:ea typeface="Calibri"/>
              <a:cs typeface="Calibri"/>
            </a:endParaRPr>
          </a:p>
          <a:p>
            <a:r>
              <a:rPr lang="en-US">
                <a:ea typeface="Calibri"/>
                <a:cs typeface="Calibri"/>
              </a:rPr>
              <a:t>Big hit movie for </a:t>
            </a:r>
            <a:r>
              <a:rPr lang="en-US" err="1">
                <a:ea typeface="Calibri"/>
                <a:cs typeface="Calibri"/>
              </a:rPr>
              <a:t>netflix</a:t>
            </a:r>
            <a:r>
              <a:rPr lang="en-US">
                <a:ea typeface="Calibri"/>
                <a:cs typeface="Calibri"/>
              </a:rPr>
              <a:t>. The sequel movie is scheduled for 2027.</a:t>
            </a:r>
          </a:p>
          <a:p>
            <a:endParaRPr lang="en-US">
              <a:ea typeface="Calibri"/>
              <a:cs typeface="Calibri"/>
            </a:endParaRPr>
          </a:p>
          <a:p>
            <a:r>
              <a:rPr lang="en-US">
                <a:ea typeface="Calibri"/>
                <a:cs typeface="Calibri"/>
              </a:rPr>
              <a:t>But not only that, (next slide)</a:t>
            </a:r>
          </a:p>
        </p:txBody>
      </p:sp>
      <p:sp>
        <p:nvSpPr>
          <p:cNvPr id="4" name="Slide Number Placeholder 3"/>
          <p:cNvSpPr>
            <a:spLocks noGrp="1"/>
          </p:cNvSpPr>
          <p:nvPr>
            <p:ph type="sldNum" sz="quarter" idx="5"/>
          </p:nvPr>
        </p:nvSpPr>
        <p:spPr/>
        <p:txBody>
          <a:bodyPr/>
          <a:lstStyle/>
          <a:p>
            <a:fld id="{D2B79DAA-901A-49C6-966C-F19D68B13426}" type="slidenum">
              <a:t>4</a:t>
            </a:fld>
            <a:endParaRPr lang="en-US"/>
          </a:p>
        </p:txBody>
      </p:sp>
    </p:spTree>
    <p:extLst>
      <p:ext uri="{BB962C8B-B14F-4D97-AF65-F5344CB8AC3E}">
        <p14:creationId xmlns:p14="http://schemas.microsoft.com/office/powerpoint/2010/main" val="3175243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soundtrack from the movie was on the billboard charts for weeks and was recently nominated for 3 golden globes, including best original sound track for the song GOLDEN.</a:t>
            </a:r>
          </a:p>
          <a:p>
            <a:endParaRPr lang="en-US">
              <a:ea typeface="Calibri"/>
              <a:cs typeface="Calibri"/>
            </a:endParaRPr>
          </a:p>
          <a:p>
            <a:r>
              <a:rPr lang="en-US">
                <a:ea typeface="Calibri"/>
                <a:cs typeface="Calibri"/>
              </a:rPr>
              <a:t>Ever since the "Hallyu" wave has started peaking, even billboard has given into this growth and started a separate </a:t>
            </a:r>
            <a:r>
              <a:rPr lang="en-US" err="1">
                <a:ea typeface="Calibri"/>
                <a:cs typeface="Calibri"/>
              </a:rPr>
              <a:t>k-pop</a:t>
            </a:r>
            <a:r>
              <a:rPr lang="en-US">
                <a:ea typeface="Calibri"/>
                <a:cs typeface="Calibri"/>
              </a:rPr>
              <a:t> music chart to track global metrics for songs from these groups.</a:t>
            </a:r>
          </a:p>
        </p:txBody>
      </p:sp>
      <p:sp>
        <p:nvSpPr>
          <p:cNvPr id="4" name="Slide Number Placeholder 3"/>
          <p:cNvSpPr>
            <a:spLocks noGrp="1"/>
          </p:cNvSpPr>
          <p:nvPr>
            <p:ph type="sldNum" sz="quarter" idx="5"/>
          </p:nvPr>
        </p:nvSpPr>
        <p:spPr/>
        <p:txBody>
          <a:bodyPr/>
          <a:lstStyle/>
          <a:p>
            <a:fld id="{D2B79DAA-901A-49C6-966C-F19D68B13426}" type="slidenum">
              <a:t>5</a:t>
            </a:fld>
            <a:endParaRPr lang="en-US"/>
          </a:p>
        </p:txBody>
      </p:sp>
    </p:spTree>
    <p:extLst>
      <p:ext uri="{BB962C8B-B14F-4D97-AF65-F5344CB8AC3E}">
        <p14:creationId xmlns:p14="http://schemas.microsoft.com/office/powerpoint/2010/main" val="161279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While </a:t>
            </a:r>
            <a:r>
              <a:rPr lang="en-US" err="1">
                <a:ea typeface="Calibri"/>
                <a:cs typeface="Calibri"/>
              </a:rPr>
              <a:t>k-pop</a:t>
            </a:r>
            <a:r>
              <a:rPr lang="en-US">
                <a:ea typeface="Calibri"/>
                <a:cs typeface="Calibri"/>
              </a:rPr>
              <a:t> demon hunters has become popular quite recently,</a:t>
            </a:r>
          </a:p>
          <a:p>
            <a:endParaRPr lang="en-US">
              <a:ea typeface="Calibri"/>
              <a:cs typeface="Calibri"/>
            </a:endParaRPr>
          </a:p>
          <a:p>
            <a:r>
              <a:rPr lang="en-US">
                <a:ea typeface="Calibri"/>
                <a:cs typeface="Calibri"/>
              </a:rPr>
              <a:t>there have been several instances in the past that have shown </a:t>
            </a:r>
            <a:r>
              <a:rPr lang="en-US" err="1">
                <a:ea typeface="Calibri"/>
                <a:cs typeface="Calibri"/>
              </a:rPr>
              <a:t>k-pop</a:t>
            </a:r>
            <a:r>
              <a:rPr lang="en-US">
                <a:ea typeface="Calibri"/>
                <a:cs typeface="Calibri"/>
              </a:rPr>
              <a:t> to be very successful in the western market, with bright colorful visuals, a mix of 3-4 genres in one song and other such distinct quirks.</a:t>
            </a:r>
          </a:p>
          <a:p>
            <a:endParaRPr lang="en-US">
              <a:ea typeface="Calibri"/>
              <a:cs typeface="Calibri"/>
            </a:endParaRPr>
          </a:p>
          <a:p>
            <a:r>
              <a:rPr lang="en-US">
                <a:ea typeface="Calibri"/>
                <a:cs typeface="Calibri"/>
              </a:rPr>
              <a:t>We have the </a:t>
            </a:r>
            <a:r>
              <a:rPr lang="en-US" err="1">
                <a:ea typeface="Calibri"/>
                <a:cs typeface="Calibri"/>
              </a:rPr>
              <a:t>k-pop</a:t>
            </a:r>
            <a:r>
              <a:rPr lang="en-US">
                <a:ea typeface="Calibri"/>
                <a:cs typeface="Calibri"/>
              </a:rPr>
              <a:t> superpower groups BTS and BLACKPINK charting way back in 2016 and 2018, as seen here.</a:t>
            </a:r>
          </a:p>
        </p:txBody>
      </p:sp>
      <p:sp>
        <p:nvSpPr>
          <p:cNvPr id="4" name="Slide Number Placeholder 3"/>
          <p:cNvSpPr>
            <a:spLocks noGrp="1"/>
          </p:cNvSpPr>
          <p:nvPr>
            <p:ph type="sldNum" sz="quarter" idx="5"/>
          </p:nvPr>
        </p:nvSpPr>
        <p:spPr/>
        <p:txBody>
          <a:bodyPr/>
          <a:lstStyle/>
          <a:p>
            <a:fld id="{D2B79DAA-901A-49C6-966C-F19D68B13426}" type="slidenum">
              <a:t>6</a:t>
            </a:fld>
            <a:endParaRPr lang="en-US"/>
          </a:p>
        </p:txBody>
      </p:sp>
    </p:spTree>
    <p:extLst>
      <p:ext uri="{BB962C8B-B14F-4D97-AF65-F5344CB8AC3E}">
        <p14:creationId xmlns:p14="http://schemas.microsoft.com/office/powerpoint/2010/main" val="2155767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lead to a rapid expansion to the western markets and start tracking on billboard very early on.</a:t>
            </a:r>
          </a:p>
          <a:p>
            <a:endParaRPr lang="en-US">
              <a:ea typeface="Calibri"/>
              <a:cs typeface="Calibri"/>
            </a:endParaRPr>
          </a:p>
          <a:p>
            <a:r>
              <a:rPr lang="en-US">
                <a:ea typeface="Calibri"/>
                <a:cs typeface="Calibri"/>
              </a:rPr>
              <a:t>As researchers, the one thing we found interesting was the lyrics. It was very multilingual and it was interesting to see the mix of two languages.</a:t>
            </a:r>
          </a:p>
          <a:p>
            <a:endParaRPr lang="en-US">
              <a:ea typeface="Calibri"/>
              <a:cs typeface="Calibri"/>
            </a:endParaRPr>
          </a:p>
          <a:p>
            <a:r>
              <a:rPr lang="en-US">
                <a:ea typeface="Calibri"/>
                <a:cs typeface="Calibri"/>
              </a:rPr>
              <a:t>It is very clear that they mix </a:t>
            </a:r>
            <a:r>
              <a:rPr lang="en-US" err="1">
                <a:ea typeface="Calibri"/>
                <a:cs typeface="Calibri"/>
              </a:rPr>
              <a:t>korean</a:t>
            </a:r>
            <a:r>
              <a:rPr lang="en-US">
                <a:ea typeface="Calibri"/>
                <a:cs typeface="Calibri"/>
              </a:rPr>
              <a:t> and </a:t>
            </a:r>
            <a:r>
              <a:rPr lang="en-US" err="1">
                <a:ea typeface="Calibri"/>
                <a:cs typeface="Calibri"/>
              </a:rPr>
              <a:t>english</a:t>
            </a:r>
            <a:r>
              <a:rPr lang="en-US">
                <a:ea typeface="Calibri"/>
                <a:cs typeface="Calibri"/>
              </a:rPr>
              <a:t> for the global vibe and easy sing along. </a:t>
            </a:r>
          </a:p>
          <a:p>
            <a:endParaRPr lang="en-US">
              <a:ea typeface="Calibri"/>
              <a:cs typeface="Calibri"/>
            </a:endParaRPr>
          </a:p>
          <a:p>
            <a:r>
              <a:rPr lang="en-US">
                <a:ea typeface="Calibri"/>
                <a:cs typeface="Calibri"/>
              </a:rPr>
              <a:t>This paired with the elaborate music videos, dances and INSANE genre switches, it gives a certain charisma that appeals to a much larger global audience</a:t>
            </a:r>
          </a:p>
        </p:txBody>
      </p:sp>
      <p:sp>
        <p:nvSpPr>
          <p:cNvPr id="4" name="Slide Number Placeholder 3"/>
          <p:cNvSpPr>
            <a:spLocks noGrp="1"/>
          </p:cNvSpPr>
          <p:nvPr>
            <p:ph type="sldNum" sz="quarter" idx="5"/>
          </p:nvPr>
        </p:nvSpPr>
        <p:spPr/>
        <p:txBody>
          <a:bodyPr/>
          <a:lstStyle/>
          <a:p>
            <a:fld id="{D2B79DAA-901A-49C6-966C-F19D68B13426}" type="slidenum">
              <a:t>7</a:t>
            </a:fld>
            <a:endParaRPr lang="en-US"/>
          </a:p>
        </p:txBody>
      </p:sp>
    </p:spTree>
    <p:extLst>
      <p:ext uri="{BB962C8B-B14F-4D97-AF65-F5344CB8AC3E}">
        <p14:creationId xmlns:p14="http://schemas.microsoft.com/office/powerpoint/2010/main" val="314202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We observed in our work that code switching in </a:t>
            </a:r>
            <a:r>
              <a:rPr lang="en-US" err="1">
                <a:ea typeface="Calibri"/>
                <a:cs typeface="Calibri"/>
              </a:rPr>
              <a:t>k-pop</a:t>
            </a:r>
            <a:r>
              <a:rPr lang="en-US">
                <a:ea typeface="Calibri"/>
                <a:cs typeface="Calibri"/>
              </a:rPr>
              <a:t> has become more of a norm and there is a lack of "computational" analysis on this field, which we can see is gaining massive attraction on a global scale.</a:t>
            </a:r>
          </a:p>
          <a:p>
            <a:endParaRPr lang="en-US">
              <a:ea typeface="Calibri"/>
              <a:cs typeface="Calibri"/>
            </a:endParaRPr>
          </a:p>
          <a:p>
            <a:r>
              <a:rPr lang="en-US">
                <a:ea typeface="Calibri"/>
                <a:cs typeface="Calibri"/>
              </a:rPr>
              <a:t>Hence, we present our first ever computational linguistic research on code-switching in </a:t>
            </a:r>
            <a:r>
              <a:rPr lang="en-US" err="1">
                <a:ea typeface="Calibri"/>
                <a:cs typeface="Calibri"/>
              </a:rPr>
              <a:t>k-pop</a:t>
            </a:r>
            <a:r>
              <a:rPr lang="en-US">
                <a:ea typeface="Calibri"/>
                <a:cs typeface="Calibri"/>
              </a:rPr>
              <a:t>.</a:t>
            </a:r>
          </a:p>
          <a:p>
            <a:endParaRPr lang="en-US">
              <a:ea typeface="Calibri"/>
              <a:cs typeface="Calibri"/>
            </a:endParaRPr>
          </a:p>
          <a:p>
            <a:r>
              <a:rPr lang="en-US">
                <a:ea typeface="Calibri"/>
                <a:cs typeface="Calibri"/>
              </a:rPr>
              <a:t>In this work, we tried to answer 3 main research questions. That is,</a:t>
            </a:r>
          </a:p>
          <a:p>
            <a:pPr marL="628650" lvl="1" indent="-383540">
              <a:lnSpc>
                <a:spcPct val="94000"/>
              </a:lnSpc>
              <a:spcBef>
                <a:spcPts val="500"/>
              </a:spcBef>
              <a:spcAft>
                <a:spcPts val="200"/>
              </a:spcAft>
              <a:buFont typeface="Arial"/>
              <a:buChar char="•"/>
            </a:pPr>
            <a:r>
              <a:rPr lang="en-US" i="1">
                <a:solidFill>
                  <a:srgbClr val="191B0E"/>
                </a:solidFill>
              </a:rPr>
              <a:t>Do male vs. female performers differ in English/Korean usage?</a:t>
            </a:r>
            <a:endParaRPr lang="en-US"/>
          </a:p>
          <a:p>
            <a:pPr marL="628650" lvl="1" indent="-383540">
              <a:lnSpc>
                <a:spcPct val="94000"/>
              </a:lnSpc>
              <a:spcBef>
                <a:spcPts val="500"/>
              </a:spcBef>
              <a:spcAft>
                <a:spcPts val="200"/>
              </a:spcAft>
              <a:buFont typeface="Arial"/>
              <a:buChar char="•"/>
            </a:pPr>
            <a:r>
              <a:rPr lang="en-US" i="1">
                <a:solidFill>
                  <a:srgbClr val="191B0E"/>
                </a:solidFill>
              </a:rPr>
              <a:t>Does code-switching differ by gender or chart type?</a:t>
            </a:r>
            <a:endParaRPr lang="en-US"/>
          </a:p>
          <a:p>
            <a:pPr marL="628650" lvl="1" indent="-383540">
              <a:lnSpc>
                <a:spcPct val="94000"/>
              </a:lnSpc>
              <a:spcBef>
                <a:spcPts val="500"/>
              </a:spcBef>
              <a:spcAft>
                <a:spcPts val="200"/>
              </a:spcAft>
              <a:buFont typeface="Arial"/>
              <a:buChar char="•"/>
            </a:pPr>
            <a:r>
              <a:rPr lang="en-US" i="1">
                <a:solidFill>
                  <a:srgbClr val="191B0E"/>
                </a:solidFill>
              </a:rPr>
              <a:t>Can performer gender be predicted purely from lyrics?</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D2B79DAA-901A-49C6-966C-F19D68B13426}" type="slidenum">
              <a:t>8</a:t>
            </a:fld>
            <a:endParaRPr lang="en-US"/>
          </a:p>
        </p:txBody>
      </p:sp>
    </p:spTree>
    <p:extLst>
      <p:ext uri="{BB962C8B-B14F-4D97-AF65-F5344CB8AC3E}">
        <p14:creationId xmlns:p14="http://schemas.microsoft.com/office/powerpoint/2010/main" val="2864430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So, a little bit about what code switching and code mixing are. Sometimes they are used interchangeably in computational linguistics, even though there is a “slight” yet significant difference. </a:t>
            </a:r>
          </a:p>
          <a:p>
            <a:endParaRPr lang="en-US">
              <a:ea typeface="Calibri"/>
              <a:cs typeface="Calibri"/>
            </a:endParaRPr>
          </a:p>
          <a:p>
            <a:r>
              <a:rPr lang="en-US">
                <a:ea typeface="Calibri"/>
                <a:cs typeface="Calibri"/>
              </a:rPr>
              <a:t>CS is when you alternate between languages at boundaries. Like using words like touché, capiche, </a:t>
            </a:r>
            <a:r>
              <a:rPr lang="en-US" err="1">
                <a:ea typeface="Calibri"/>
                <a:cs typeface="Calibri"/>
              </a:rPr>
              <a:t>compris</a:t>
            </a:r>
            <a:r>
              <a:rPr lang="en-US">
                <a:ea typeface="Calibri"/>
                <a:cs typeface="Calibri"/>
              </a:rPr>
              <a:t>, Habibi </a:t>
            </a:r>
            <a:r>
              <a:rPr lang="en-US" err="1">
                <a:ea typeface="Calibri"/>
                <a:cs typeface="Calibri"/>
              </a:rPr>
              <a:t>etc</a:t>
            </a:r>
            <a:endParaRPr lang="en-US">
              <a:ea typeface="Calibri"/>
              <a:cs typeface="Calibri"/>
            </a:endParaRPr>
          </a:p>
          <a:p>
            <a:endParaRPr lang="en-US">
              <a:ea typeface="Calibri"/>
              <a:cs typeface="Calibri"/>
            </a:endParaRPr>
          </a:p>
          <a:p>
            <a:r>
              <a:rPr lang="en-US">
                <a:ea typeface="Calibri"/>
                <a:cs typeface="Calibri"/>
              </a:rPr>
              <a:t>Code mixing is when you blend languages within phrases. Examples are language forms like franglais, </a:t>
            </a:r>
            <a:r>
              <a:rPr lang="en-US" err="1">
                <a:ea typeface="Calibri"/>
                <a:cs typeface="Calibri"/>
              </a:rPr>
              <a:t>hinglish</a:t>
            </a:r>
            <a:r>
              <a:rPr lang="en-US">
                <a:ea typeface="Calibri"/>
                <a:cs typeface="Calibri"/>
              </a:rPr>
              <a:t> (</a:t>
            </a:r>
            <a:r>
              <a:rPr lang="en-US" err="1">
                <a:ea typeface="Calibri"/>
                <a:cs typeface="Calibri"/>
              </a:rPr>
              <a:t>hindi+english</a:t>
            </a:r>
            <a:r>
              <a:rPr lang="en-US">
                <a:ea typeface="Calibri"/>
                <a:cs typeface="Calibri"/>
              </a:rPr>
              <a:t>) and even whole languages like </a:t>
            </a:r>
            <a:r>
              <a:rPr lang="en-US" err="1">
                <a:ea typeface="Calibri"/>
                <a:cs typeface="Calibri"/>
              </a:rPr>
              <a:t>tagalog</a:t>
            </a:r>
            <a:r>
              <a:rPr lang="en-US">
                <a:ea typeface="Calibri"/>
                <a:cs typeface="Calibri"/>
              </a:rPr>
              <a:t>.</a:t>
            </a:r>
          </a:p>
          <a:p>
            <a:endParaRPr lang="en-US">
              <a:ea typeface="Calibri"/>
              <a:cs typeface="Calibri"/>
            </a:endParaRPr>
          </a:p>
          <a:p>
            <a:r>
              <a:rPr lang="en-US" err="1">
                <a:ea typeface="Calibri"/>
                <a:cs typeface="Calibri"/>
              </a:rPr>
              <a:t>Kpop</a:t>
            </a:r>
            <a:r>
              <a:rPr lang="en-US">
                <a:ea typeface="Calibri"/>
                <a:cs typeface="Calibri"/>
              </a:rPr>
              <a:t> lyrics typically show inter </a:t>
            </a:r>
            <a:r>
              <a:rPr lang="en-US" err="1">
                <a:ea typeface="Calibri"/>
                <a:cs typeface="Calibri"/>
              </a:rPr>
              <a:t>sentinatal</a:t>
            </a:r>
            <a:r>
              <a:rPr lang="en-US">
                <a:ea typeface="Calibri"/>
                <a:cs typeface="Calibri"/>
              </a:rPr>
              <a:t> and intra </a:t>
            </a:r>
            <a:r>
              <a:rPr lang="en-US" err="1">
                <a:ea typeface="Calibri"/>
                <a:cs typeface="Calibri"/>
              </a:rPr>
              <a:t>sentinetal</a:t>
            </a:r>
            <a:r>
              <a:rPr lang="en-US">
                <a:ea typeface="Calibri"/>
                <a:cs typeface="Calibri"/>
              </a:rPr>
              <a:t> code switching and usage of "tag" switching, with what we call in our work "filler words" like yeah, oh, </a:t>
            </a:r>
            <a:r>
              <a:rPr lang="en-US" err="1">
                <a:ea typeface="Calibri"/>
                <a:cs typeface="Calibri"/>
              </a:rPr>
              <a:t>lessgo</a:t>
            </a:r>
            <a:r>
              <a:rPr lang="en-US">
                <a:ea typeface="Calibri"/>
                <a:cs typeface="Calibri"/>
              </a:rPr>
              <a:t> etc.</a:t>
            </a:r>
          </a:p>
        </p:txBody>
      </p:sp>
      <p:sp>
        <p:nvSpPr>
          <p:cNvPr id="4" name="Slide Number Placeholder 3"/>
          <p:cNvSpPr>
            <a:spLocks noGrp="1"/>
          </p:cNvSpPr>
          <p:nvPr>
            <p:ph type="sldNum" sz="quarter" idx="5"/>
          </p:nvPr>
        </p:nvSpPr>
        <p:spPr/>
        <p:txBody>
          <a:bodyPr/>
          <a:lstStyle/>
          <a:p>
            <a:fld id="{D2B79DAA-901A-49C6-966C-F19D68B13426}" type="slidenum">
              <a:t>10</a:t>
            </a:fld>
            <a:endParaRPr lang="en-US"/>
          </a:p>
        </p:txBody>
      </p:sp>
    </p:spTree>
    <p:extLst>
      <p:ext uri="{BB962C8B-B14F-4D97-AF65-F5344CB8AC3E}">
        <p14:creationId xmlns:p14="http://schemas.microsoft.com/office/powerpoint/2010/main" val="1644750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Here is a snippet from a song to visually show you code switching present in K-Pop. Just a shot in the dark, but does anyone know what song this is from? No? </a:t>
            </a:r>
            <a:endParaRPr lang="en-US"/>
          </a:p>
          <a:p>
            <a:endParaRPr lang="en-US">
              <a:ea typeface="Calibri"/>
              <a:cs typeface="Calibri"/>
            </a:endParaRPr>
          </a:p>
          <a:p>
            <a:r>
              <a:rPr lang="en-US">
                <a:ea typeface="Calibri"/>
                <a:cs typeface="Calibri"/>
              </a:rPr>
              <a:t>This song is called Crazy </a:t>
            </a:r>
            <a:r>
              <a:rPr lang="en-US"/>
              <a:t>from a group called LESSERAFIM </a:t>
            </a:r>
            <a:r>
              <a:rPr lang="en-US">
                <a:ea typeface="Calibri"/>
                <a:cs typeface="Calibri"/>
              </a:rPr>
              <a:t>and here is a small section of the song to show how code switching happens in a song. I unfortunately can neither sing nor rap, so excuse me to be unable to put up a performance. But this part comes in a rap section of the song.</a:t>
            </a:r>
          </a:p>
          <a:p>
            <a:endParaRPr lang="en-US">
              <a:cs typeface="Calibri"/>
            </a:endParaRPr>
          </a:p>
          <a:p>
            <a:r>
              <a:rPr lang="en-US">
                <a:cs typeface="Calibri"/>
              </a:rPr>
              <a:t>As you can see, the phrase “that candy’s sassy” that comes between a Korean section, is something that we can take a look at. This is an example of what we are trying to understand.</a:t>
            </a:r>
            <a:endParaRPr lang="en-US"/>
          </a:p>
        </p:txBody>
      </p:sp>
      <p:sp>
        <p:nvSpPr>
          <p:cNvPr id="4" name="Slide Number Placeholder 3"/>
          <p:cNvSpPr>
            <a:spLocks noGrp="1"/>
          </p:cNvSpPr>
          <p:nvPr>
            <p:ph type="sldNum" sz="quarter" idx="5"/>
          </p:nvPr>
        </p:nvSpPr>
        <p:spPr/>
        <p:txBody>
          <a:bodyPr/>
          <a:lstStyle/>
          <a:p>
            <a:fld id="{D2B79DAA-901A-49C6-966C-F19D68B13426}" type="slidenum">
              <a:rPr lang="en-US"/>
              <a:t>11</a:t>
            </a:fld>
            <a:endParaRPr lang="en-US"/>
          </a:p>
        </p:txBody>
      </p:sp>
    </p:spTree>
    <p:extLst>
      <p:ext uri="{BB962C8B-B14F-4D97-AF65-F5344CB8AC3E}">
        <p14:creationId xmlns:p14="http://schemas.microsoft.com/office/powerpoint/2010/main" val="2878490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So, we can see that these code switching practices come in handy in K-Pop to help with emphasis, rhythm (like in the rap section) and catchy hooks, like from the previous example.</a:t>
            </a:r>
          </a:p>
          <a:p>
            <a:endParaRPr lang="en-US">
              <a:ea typeface="Calibri"/>
              <a:cs typeface="Calibri"/>
            </a:endParaRPr>
          </a:p>
          <a:p>
            <a:r>
              <a:rPr lang="en-US">
                <a:ea typeface="Calibri"/>
                <a:cs typeface="Calibri"/>
              </a:rPr>
              <a:t>This also signifies global-ness with the use of </a:t>
            </a:r>
            <a:r>
              <a:rPr lang="en-US" err="1">
                <a:ea typeface="Calibri"/>
                <a:cs typeface="Calibri"/>
              </a:rPr>
              <a:t>english</a:t>
            </a:r>
            <a:r>
              <a:rPr lang="en-US">
                <a:ea typeface="Calibri"/>
                <a:cs typeface="Calibri"/>
              </a:rPr>
              <a:t> in the songs, which then in turn influences the billboard chart performance.</a:t>
            </a:r>
          </a:p>
        </p:txBody>
      </p:sp>
      <p:sp>
        <p:nvSpPr>
          <p:cNvPr id="4" name="Slide Number Placeholder 3"/>
          <p:cNvSpPr>
            <a:spLocks noGrp="1"/>
          </p:cNvSpPr>
          <p:nvPr>
            <p:ph type="sldNum" sz="quarter" idx="5"/>
          </p:nvPr>
        </p:nvSpPr>
        <p:spPr/>
        <p:txBody>
          <a:bodyPr/>
          <a:lstStyle/>
          <a:p>
            <a:fld id="{D2B79DAA-901A-49C6-966C-F19D68B13426}" type="slidenum">
              <a:rPr lang="en-US"/>
              <a:t>12</a:t>
            </a:fld>
            <a:endParaRPr lang="en-US"/>
          </a:p>
        </p:txBody>
      </p:sp>
    </p:spTree>
    <p:extLst>
      <p:ext uri="{BB962C8B-B14F-4D97-AF65-F5344CB8AC3E}">
        <p14:creationId xmlns:p14="http://schemas.microsoft.com/office/powerpoint/2010/main" val="4263775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For the data, we used Genius, the online fan based community that has lyrics of songs on their site and an API to extract that as well. We also collected billboard data from 2017-may 2025. In total we collected data from 22 artists and all of the songs were present on either global 200 and hot 100. Global 200 is a chart that aggregates streaming data from all countries except the US and hot-100 is a US centric chart.</a:t>
            </a:r>
          </a:p>
        </p:txBody>
      </p:sp>
      <p:sp>
        <p:nvSpPr>
          <p:cNvPr id="4" name="Slide Number Placeholder 3"/>
          <p:cNvSpPr>
            <a:spLocks noGrp="1"/>
          </p:cNvSpPr>
          <p:nvPr>
            <p:ph type="sldNum" sz="quarter" idx="5"/>
          </p:nvPr>
        </p:nvSpPr>
        <p:spPr/>
        <p:txBody>
          <a:bodyPr/>
          <a:lstStyle/>
          <a:p>
            <a:fld id="{D2B79DAA-901A-49C6-966C-F19D68B13426}" type="slidenum">
              <a:rPr lang="en-US"/>
              <a:t>14</a:t>
            </a:fld>
            <a:endParaRPr lang="en-US"/>
          </a:p>
        </p:txBody>
      </p:sp>
    </p:spTree>
    <p:extLst>
      <p:ext uri="{BB962C8B-B14F-4D97-AF65-F5344CB8AC3E}">
        <p14:creationId xmlns:p14="http://schemas.microsoft.com/office/powerpoint/2010/main" val="3236446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a:t>And this is how the final dataset looks like, we make separate files for hot-100 and global-200 since streaming data might be tricky as one song might have been 1st on hot-100 but never appear on global-200.</a:t>
            </a:r>
          </a:p>
        </p:txBody>
      </p:sp>
      <p:sp>
        <p:nvSpPr>
          <p:cNvPr id="4" name="Slide Number Placeholder 3"/>
          <p:cNvSpPr>
            <a:spLocks noGrp="1"/>
          </p:cNvSpPr>
          <p:nvPr>
            <p:ph type="sldNum" sz="quarter" idx="5"/>
          </p:nvPr>
        </p:nvSpPr>
        <p:spPr/>
        <p:txBody>
          <a:bodyPr/>
          <a:lstStyle/>
          <a:p>
            <a:fld id="{D2B79DAA-901A-49C6-966C-F19D68B13426}" type="slidenum">
              <a:rPr lang="en-FR" smtClean="0"/>
              <a:t>15</a:t>
            </a:fld>
            <a:endParaRPr lang="en-FR"/>
          </a:p>
        </p:txBody>
      </p:sp>
    </p:spTree>
    <p:extLst>
      <p:ext uri="{BB962C8B-B14F-4D97-AF65-F5344CB8AC3E}">
        <p14:creationId xmlns:p14="http://schemas.microsoft.com/office/powerpoint/2010/main" val="2272531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a:t>Some tiny stats, more can be found on the paper.</a:t>
            </a:r>
          </a:p>
        </p:txBody>
      </p:sp>
      <p:sp>
        <p:nvSpPr>
          <p:cNvPr id="4" name="Slide Number Placeholder 3"/>
          <p:cNvSpPr>
            <a:spLocks noGrp="1"/>
          </p:cNvSpPr>
          <p:nvPr>
            <p:ph type="sldNum" sz="quarter" idx="5"/>
          </p:nvPr>
        </p:nvSpPr>
        <p:spPr/>
        <p:txBody>
          <a:bodyPr/>
          <a:lstStyle/>
          <a:p>
            <a:fld id="{D2B79DAA-901A-49C6-966C-F19D68B13426}" type="slidenum">
              <a:rPr lang="en-FR" smtClean="0"/>
              <a:t>16</a:t>
            </a:fld>
            <a:endParaRPr lang="en-FR"/>
          </a:p>
        </p:txBody>
      </p:sp>
    </p:spTree>
    <p:extLst>
      <p:ext uri="{BB962C8B-B14F-4D97-AF65-F5344CB8AC3E}">
        <p14:creationId xmlns:p14="http://schemas.microsoft.com/office/powerpoint/2010/main" val="3115311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We curated handcrafted heuristic features such as </a:t>
            </a:r>
            <a:r>
              <a:rPr lang="en-US" err="1">
                <a:ea typeface="Calibri"/>
                <a:cs typeface="Calibri"/>
              </a:rPr>
              <a:t>korean</a:t>
            </a:r>
            <a:r>
              <a:rPr lang="en-US">
                <a:ea typeface="Calibri"/>
                <a:cs typeface="Calibri"/>
              </a:rPr>
              <a:t> and </a:t>
            </a:r>
            <a:r>
              <a:rPr lang="en-US" err="1">
                <a:ea typeface="Calibri"/>
                <a:cs typeface="Calibri"/>
              </a:rPr>
              <a:t>english</a:t>
            </a:r>
            <a:r>
              <a:rPr lang="en-US">
                <a:ea typeface="Calibri"/>
                <a:cs typeface="Calibri"/>
              </a:rPr>
              <a:t> lyric ratio (count </a:t>
            </a:r>
            <a:r>
              <a:rPr lang="en-US" err="1">
                <a:ea typeface="Calibri"/>
                <a:cs typeface="Calibri"/>
              </a:rPr>
              <a:t>english</a:t>
            </a:r>
            <a:r>
              <a:rPr lang="en-US">
                <a:ea typeface="Calibri"/>
                <a:cs typeface="Calibri"/>
              </a:rPr>
              <a:t> and </a:t>
            </a:r>
            <a:r>
              <a:rPr lang="en-US" err="1">
                <a:ea typeface="Calibri"/>
                <a:cs typeface="Calibri"/>
              </a:rPr>
              <a:t>korean</a:t>
            </a:r>
            <a:r>
              <a:rPr lang="en-US">
                <a:ea typeface="Calibri"/>
                <a:cs typeface="Calibri"/>
              </a:rPr>
              <a:t> words and compute ratio), code switch count (which is when we notice there is a language change in the lyric), repetition count, alliteration count (when there is words like wow-wow-wow, du-du-du(</a:t>
            </a:r>
            <a:r>
              <a:rPr lang="en-US" err="1">
                <a:ea typeface="Calibri"/>
                <a:cs typeface="Calibri"/>
              </a:rPr>
              <a:t>blackpink</a:t>
            </a:r>
            <a:r>
              <a:rPr lang="en-US">
                <a:ea typeface="Calibri"/>
                <a:cs typeface="Calibri"/>
              </a:rPr>
              <a:t> </a:t>
            </a:r>
            <a:r>
              <a:rPr lang="en-US" err="1">
                <a:ea typeface="Calibri"/>
                <a:cs typeface="Calibri"/>
              </a:rPr>
              <a:t>duddududu</a:t>
            </a:r>
            <a:r>
              <a:rPr lang="en-US">
                <a:ea typeface="Calibri"/>
                <a:cs typeface="Calibri"/>
              </a:rPr>
              <a:t>), pow-pow-pow(stray kids thunderous) </a:t>
            </a:r>
            <a:r>
              <a:rPr lang="en-US" err="1">
                <a:ea typeface="Calibri"/>
                <a:cs typeface="Calibri"/>
              </a:rPr>
              <a:t>etc</a:t>
            </a:r>
            <a:r>
              <a:rPr lang="en-US">
                <a:ea typeface="Calibri"/>
                <a:cs typeface="Calibri"/>
              </a:rPr>
              <a:t>) and filler words like yeah, whoa, </a:t>
            </a:r>
            <a:r>
              <a:rPr lang="en-US" err="1">
                <a:ea typeface="Calibri"/>
                <a:cs typeface="Calibri"/>
              </a:rPr>
              <a:t>whooo</a:t>
            </a:r>
            <a:r>
              <a:rPr lang="en-US">
                <a:ea typeface="Calibri"/>
                <a:cs typeface="Calibri"/>
              </a:rPr>
              <a:t>, la-la etc.</a:t>
            </a:r>
            <a:endParaRPr lang="en-US"/>
          </a:p>
          <a:p>
            <a:endParaRPr lang="en-US">
              <a:ea typeface="Calibri"/>
              <a:cs typeface="Calibri"/>
            </a:endParaRPr>
          </a:p>
          <a:p>
            <a:r>
              <a:rPr lang="en-US">
                <a:ea typeface="Calibri"/>
                <a:cs typeface="Calibri"/>
              </a:rPr>
              <a:t>Then we extracted multilingual embeddings using </a:t>
            </a:r>
            <a:r>
              <a:rPr lang="en-US"/>
              <a:t>ALIBABA's General Text Embedding </a:t>
            </a:r>
            <a:r>
              <a:rPr lang="en-US" err="1"/>
              <a:t>gte</a:t>
            </a:r>
            <a:r>
              <a:rPr lang="en-US"/>
              <a:t>-multilingual-base </a:t>
            </a:r>
            <a:r>
              <a:rPr lang="en-US">
                <a:ea typeface="Calibri"/>
                <a:cs typeface="Calibri"/>
              </a:rPr>
              <a:t>and</a:t>
            </a:r>
            <a:r>
              <a:rPr lang="en-US"/>
              <a:t> </a:t>
            </a:r>
            <a:r>
              <a:rPr lang="en-US" err="1">
                <a:ea typeface="Calibri"/>
                <a:cs typeface="Calibri"/>
              </a:rPr>
              <a:t>xlm-roberta</a:t>
            </a:r>
            <a:r>
              <a:rPr lang="en-US">
                <a:ea typeface="Calibri"/>
                <a:cs typeface="Calibri"/>
              </a:rPr>
              <a:t>.</a:t>
            </a:r>
          </a:p>
          <a:p>
            <a:endParaRPr lang="en-US">
              <a:ea typeface="Calibri"/>
              <a:cs typeface="Calibri"/>
            </a:endParaRPr>
          </a:p>
          <a:p>
            <a:r>
              <a:rPr lang="en-US">
                <a:ea typeface="Calibri"/>
                <a:cs typeface="Calibri"/>
              </a:rPr>
              <a:t>Then we fused the embeddings and classified using logistic regression, random forest, </a:t>
            </a:r>
            <a:r>
              <a:rPr lang="en-US" err="1">
                <a:ea typeface="Calibri"/>
                <a:cs typeface="Calibri"/>
              </a:rPr>
              <a:t>xgboost</a:t>
            </a:r>
            <a:r>
              <a:rPr lang="en-US">
                <a:ea typeface="Calibri"/>
                <a:cs typeface="Calibri"/>
              </a:rPr>
              <a:t> and a voting classifier.</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2B79DAA-901A-49C6-966C-F19D68B13426}" type="slidenum">
              <a:rPr lang="en-US"/>
              <a:t>18</a:t>
            </a:fld>
            <a:endParaRPr lang="en-US"/>
          </a:p>
        </p:txBody>
      </p:sp>
    </p:spTree>
    <p:extLst>
      <p:ext uri="{BB962C8B-B14F-4D97-AF65-F5344CB8AC3E}">
        <p14:creationId xmlns:p14="http://schemas.microsoft.com/office/powerpoint/2010/main" val="2464787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Then we used the handcrafted features and performed statistical tests for our hypotheses. </a:t>
            </a:r>
          </a:p>
          <a:p>
            <a:endParaRPr lang="en-US">
              <a:ea typeface="Calibri"/>
              <a:cs typeface="Calibri"/>
            </a:endParaRPr>
          </a:p>
          <a:p>
            <a:r>
              <a:rPr lang="en-US">
                <a:ea typeface="Calibri"/>
                <a:cs typeface="Calibri"/>
              </a:rPr>
              <a:t>Firstly we performed a normality check with Shapiro-Wilk and Welch's t-test. It revealed that our data was not-normal and had unequal variance.</a:t>
            </a:r>
          </a:p>
          <a:p>
            <a:endParaRPr lang="en-US">
              <a:ea typeface="Calibri"/>
              <a:cs typeface="Calibri"/>
            </a:endParaRPr>
          </a:p>
          <a:p>
            <a:r>
              <a:rPr lang="en-US">
                <a:ea typeface="Calibri"/>
                <a:cs typeface="Calibri"/>
              </a:rPr>
              <a:t>This led us to choose Mann-Whitney's U for a non-parametric test, with our significance level set to point zero five.</a:t>
            </a:r>
          </a:p>
        </p:txBody>
      </p:sp>
      <p:sp>
        <p:nvSpPr>
          <p:cNvPr id="4" name="Slide Number Placeholder 3"/>
          <p:cNvSpPr>
            <a:spLocks noGrp="1"/>
          </p:cNvSpPr>
          <p:nvPr>
            <p:ph type="sldNum" sz="quarter" idx="5"/>
          </p:nvPr>
        </p:nvSpPr>
        <p:spPr/>
        <p:txBody>
          <a:bodyPr/>
          <a:lstStyle/>
          <a:p>
            <a:fld id="{D2B79DAA-901A-49C6-966C-F19D68B13426}" type="slidenum">
              <a:rPr lang="en-US"/>
              <a:t>19</a:t>
            </a:fld>
            <a:endParaRPr lang="en-US"/>
          </a:p>
        </p:txBody>
      </p:sp>
    </p:spTree>
    <p:extLst>
      <p:ext uri="{BB962C8B-B14F-4D97-AF65-F5344CB8AC3E}">
        <p14:creationId xmlns:p14="http://schemas.microsoft.com/office/powerpoint/2010/main" val="2268770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These are the hypotheses that we focused on for the statistical testing. Please note that we are  comparing boy/girl groups solely as groups and by no means is this a measure of gender biases.</a:t>
            </a:r>
          </a:p>
          <a:p>
            <a:endParaRPr lang="en-US">
              <a:ea typeface="Calibri"/>
              <a:cs typeface="Calibri"/>
            </a:endParaRPr>
          </a:p>
          <a:p>
            <a:pPr marL="228600" indent="-228600">
              <a:buAutoNum type="arabicPeriod"/>
            </a:pPr>
            <a:r>
              <a:rPr lang="en-US">
                <a:ea typeface="Calibri"/>
                <a:cs typeface="Calibri"/>
              </a:rPr>
              <a:t>What is the ratio of </a:t>
            </a:r>
            <a:r>
              <a:rPr lang="en-US" err="1">
                <a:ea typeface="Calibri"/>
                <a:cs typeface="Calibri"/>
              </a:rPr>
              <a:t>korean</a:t>
            </a:r>
            <a:r>
              <a:rPr lang="en-US">
                <a:ea typeface="Calibri"/>
                <a:cs typeface="Calibri"/>
              </a:rPr>
              <a:t> words to </a:t>
            </a:r>
            <a:r>
              <a:rPr lang="en-US" err="1">
                <a:ea typeface="Calibri"/>
                <a:cs typeface="Calibri"/>
              </a:rPr>
              <a:t>english</a:t>
            </a:r>
            <a:r>
              <a:rPr lang="en-US">
                <a:ea typeface="Calibri"/>
                <a:cs typeface="Calibri"/>
              </a:rPr>
              <a:t> words in boy vs groups </a:t>
            </a:r>
            <a:r>
              <a:rPr lang="en-US" err="1">
                <a:ea typeface="Calibri"/>
                <a:cs typeface="Calibri"/>
              </a:rPr>
              <a:t>groups</a:t>
            </a:r>
            <a:r>
              <a:rPr lang="en-US">
                <a:ea typeface="Calibri"/>
                <a:cs typeface="Calibri"/>
              </a:rPr>
              <a:t>? Does this show if either boy groups or girl groups use more </a:t>
            </a:r>
            <a:r>
              <a:rPr lang="en-US" err="1">
                <a:ea typeface="Calibri"/>
                <a:cs typeface="Calibri"/>
              </a:rPr>
              <a:t>english</a:t>
            </a:r>
            <a:r>
              <a:rPr lang="en-US">
                <a:ea typeface="Calibri"/>
                <a:cs typeface="Calibri"/>
              </a:rPr>
              <a:t> compared to </a:t>
            </a:r>
            <a:r>
              <a:rPr lang="en-US" err="1">
                <a:ea typeface="Calibri"/>
                <a:cs typeface="Calibri"/>
              </a:rPr>
              <a:t>korean</a:t>
            </a:r>
            <a:r>
              <a:rPr lang="en-US">
                <a:ea typeface="Calibri"/>
                <a:cs typeface="Calibri"/>
              </a:rPr>
              <a:t>?</a:t>
            </a:r>
          </a:p>
          <a:p>
            <a:pPr marL="228600" indent="-228600">
              <a:buAutoNum type="arabicPeriod"/>
            </a:pPr>
            <a:r>
              <a:rPr lang="en-US">
                <a:ea typeface="Calibri"/>
                <a:cs typeface="Calibri"/>
              </a:rPr>
              <a:t>Do boy groups tend to use more </a:t>
            </a:r>
            <a:r>
              <a:rPr lang="en-US" err="1">
                <a:ea typeface="Calibri"/>
                <a:cs typeface="Calibri"/>
              </a:rPr>
              <a:t>english</a:t>
            </a:r>
            <a:r>
              <a:rPr lang="en-US">
                <a:ea typeface="Calibri"/>
                <a:cs typeface="Calibri"/>
              </a:rPr>
              <a:t> than </a:t>
            </a:r>
            <a:r>
              <a:rPr lang="en-US" err="1">
                <a:ea typeface="Calibri"/>
                <a:cs typeface="Calibri"/>
              </a:rPr>
              <a:t>korean</a:t>
            </a:r>
            <a:r>
              <a:rPr lang="en-US">
                <a:ea typeface="Calibri"/>
                <a:cs typeface="Calibri"/>
              </a:rPr>
              <a:t> or is it vice versa?</a:t>
            </a:r>
          </a:p>
          <a:p>
            <a:pPr marL="228600" indent="-228600">
              <a:buAutoNum type="arabicPeriod"/>
            </a:pPr>
            <a:r>
              <a:rPr lang="en-US">
                <a:ea typeface="Calibri"/>
                <a:cs typeface="Calibri"/>
              </a:rPr>
              <a:t>Do soloists or group acts use more </a:t>
            </a:r>
            <a:r>
              <a:rPr lang="en-US" err="1">
                <a:ea typeface="Calibri"/>
                <a:cs typeface="Calibri"/>
              </a:rPr>
              <a:t>english</a:t>
            </a:r>
            <a:r>
              <a:rPr lang="en-US">
                <a:ea typeface="Calibri"/>
                <a:cs typeface="Calibri"/>
              </a:rPr>
              <a:t> words?</a:t>
            </a:r>
          </a:p>
          <a:p>
            <a:pPr marL="228600" indent="-228600">
              <a:buAutoNum type="arabicPeriod"/>
            </a:pPr>
            <a:r>
              <a:rPr lang="en-US">
                <a:ea typeface="Calibri"/>
                <a:cs typeface="Calibri"/>
              </a:rPr>
              <a:t>Is there more </a:t>
            </a:r>
            <a:r>
              <a:rPr lang="en-US" err="1">
                <a:ea typeface="Calibri"/>
                <a:cs typeface="Calibri"/>
              </a:rPr>
              <a:t>english</a:t>
            </a:r>
            <a:r>
              <a:rPr lang="en-US">
                <a:ea typeface="Calibri"/>
                <a:cs typeface="Calibri"/>
              </a:rPr>
              <a:t> in hot 100 or global 200?</a:t>
            </a:r>
          </a:p>
        </p:txBody>
      </p:sp>
      <p:sp>
        <p:nvSpPr>
          <p:cNvPr id="4" name="Slide Number Placeholder 3"/>
          <p:cNvSpPr>
            <a:spLocks noGrp="1"/>
          </p:cNvSpPr>
          <p:nvPr>
            <p:ph type="sldNum" sz="quarter" idx="5"/>
          </p:nvPr>
        </p:nvSpPr>
        <p:spPr/>
        <p:txBody>
          <a:bodyPr/>
          <a:lstStyle/>
          <a:p>
            <a:fld id="{D2B79DAA-901A-49C6-966C-F19D68B13426}" type="slidenum">
              <a:rPr lang="en-US"/>
              <a:t>20</a:t>
            </a:fld>
            <a:endParaRPr lang="en-US"/>
          </a:p>
        </p:txBody>
      </p:sp>
    </p:spTree>
    <p:extLst>
      <p:ext uri="{BB962C8B-B14F-4D97-AF65-F5344CB8AC3E}">
        <p14:creationId xmlns:p14="http://schemas.microsoft.com/office/powerpoint/2010/main" val="2784351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Classifying the lyrics based on boy vs girl groups </a:t>
            </a:r>
            <a:r>
              <a:rPr lang="en-US" err="1">
                <a:ea typeface="Calibri"/>
                <a:cs typeface="Calibri"/>
              </a:rPr>
              <a:t>revaled</a:t>
            </a:r>
            <a:r>
              <a:rPr lang="en-US">
                <a:ea typeface="Calibri"/>
                <a:cs typeface="Calibri"/>
              </a:rPr>
              <a:t> to us accuracy rates of 76% and 72%, in the hot 100 an global 200 with pretty good macro f1 recall too.</a:t>
            </a:r>
          </a:p>
          <a:p>
            <a:endParaRPr lang="en-US">
              <a:ea typeface="Calibri"/>
              <a:cs typeface="Calibri"/>
            </a:endParaRPr>
          </a:p>
          <a:p>
            <a:r>
              <a:rPr lang="en-US">
                <a:ea typeface="Calibri"/>
                <a:cs typeface="Calibri"/>
              </a:rPr>
              <a:t>We find that the handcrafted features did not yield any significant differences. But combined with textual features, we were able to show that there is a clear difference in the way boy act lyrics compared to girl acts.</a:t>
            </a:r>
          </a:p>
        </p:txBody>
      </p:sp>
      <p:sp>
        <p:nvSpPr>
          <p:cNvPr id="4" name="Slide Number Placeholder 3"/>
          <p:cNvSpPr>
            <a:spLocks noGrp="1"/>
          </p:cNvSpPr>
          <p:nvPr>
            <p:ph type="sldNum" sz="quarter" idx="5"/>
          </p:nvPr>
        </p:nvSpPr>
        <p:spPr/>
        <p:txBody>
          <a:bodyPr/>
          <a:lstStyle/>
          <a:p>
            <a:fld id="{D2B79DAA-901A-49C6-966C-F19D68B13426}" type="slidenum">
              <a:rPr lang="en-US"/>
              <a:t>22</a:t>
            </a:fld>
            <a:endParaRPr lang="en-US"/>
          </a:p>
        </p:txBody>
      </p:sp>
    </p:spTree>
    <p:extLst>
      <p:ext uri="{BB962C8B-B14F-4D97-AF65-F5344CB8AC3E}">
        <p14:creationId xmlns:p14="http://schemas.microsoft.com/office/powerpoint/2010/main" val="2403378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From the statistical tests, we also found that there was not much significant differences in switches, with boy groups vs girl groups. Basically both boy and girl acts code switch a lot.</a:t>
            </a:r>
          </a:p>
        </p:txBody>
      </p:sp>
      <p:sp>
        <p:nvSpPr>
          <p:cNvPr id="4" name="Slide Number Placeholder 3"/>
          <p:cNvSpPr>
            <a:spLocks noGrp="1"/>
          </p:cNvSpPr>
          <p:nvPr>
            <p:ph type="sldNum" sz="quarter" idx="5"/>
          </p:nvPr>
        </p:nvSpPr>
        <p:spPr/>
        <p:txBody>
          <a:bodyPr/>
          <a:lstStyle/>
          <a:p>
            <a:fld id="{D2B79DAA-901A-49C6-966C-F19D68B13426}" type="slidenum">
              <a:rPr lang="en-US"/>
              <a:t>23</a:t>
            </a:fld>
            <a:endParaRPr lang="en-US"/>
          </a:p>
        </p:txBody>
      </p:sp>
    </p:spTree>
    <p:extLst>
      <p:ext uri="{BB962C8B-B14F-4D97-AF65-F5344CB8AC3E}">
        <p14:creationId xmlns:p14="http://schemas.microsoft.com/office/powerpoint/2010/main" val="2784447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But boy groups tend to slightly use more Korean whereas girl groups use more </a:t>
            </a:r>
            <a:r>
              <a:rPr lang="en-US" err="1">
                <a:ea typeface="Calibri"/>
                <a:cs typeface="Calibri"/>
              </a:rPr>
              <a:t>english</a:t>
            </a:r>
            <a:r>
              <a:rPr lang="en-US">
                <a:ea typeface="Calibri"/>
                <a:cs typeface="Calibri"/>
              </a:rPr>
              <a:t>.</a:t>
            </a:r>
          </a:p>
          <a:p>
            <a:endParaRPr lang="en-US">
              <a:ea typeface="Calibri"/>
              <a:cs typeface="Calibri"/>
            </a:endParaRPr>
          </a:p>
          <a:p>
            <a:r>
              <a:rPr lang="en-US">
                <a:ea typeface="Calibri"/>
                <a:cs typeface="Calibri"/>
              </a:rPr>
              <a:t>We cannot claim it with high </a:t>
            </a:r>
            <a:r>
              <a:rPr lang="en-US" err="1">
                <a:ea typeface="Calibri"/>
                <a:cs typeface="Calibri"/>
              </a:rPr>
              <a:t>certainity</a:t>
            </a:r>
            <a:r>
              <a:rPr lang="en-US">
                <a:ea typeface="Calibri"/>
                <a:cs typeface="Calibri"/>
              </a:rPr>
              <a:t> and need more data to confirm this claim, but it is numerically significant to warrant a future investigation.</a:t>
            </a:r>
          </a:p>
          <a:p>
            <a:endParaRPr lang="en-US">
              <a:ea typeface="Calibri"/>
              <a:cs typeface="Calibri"/>
            </a:endParaRPr>
          </a:p>
          <a:p>
            <a:r>
              <a:rPr lang="en-US">
                <a:ea typeface="Calibri"/>
                <a:cs typeface="Calibri"/>
              </a:rPr>
              <a:t>However, female soloists on the other hand have songs that are </a:t>
            </a:r>
            <a:r>
              <a:rPr lang="en-US" err="1">
                <a:ea typeface="Calibri"/>
                <a:cs typeface="Calibri"/>
              </a:rPr>
              <a:t>english</a:t>
            </a:r>
            <a:r>
              <a:rPr lang="en-US">
                <a:ea typeface="Calibri"/>
                <a:cs typeface="Calibri"/>
              </a:rPr>
              <a:t>-heavy containing about 95% of the lyrics in </a:t>
            </a:r>
            <a:r>
              <a:rPr lang="en-US" err="1">
                <a:ea typeface="Calibri"/>
                <a:cs typeface="Calibri"/>
              </a:rPr>
              <a:t>english</a:t>
            </a:r>
            <a:r>
              <a:rPr lang="en-US">
                <a:ea typeface="Calibri"/>
                <a:cs typeface="Calibri"/>
              </a:rPr>
              <a:t>.</a:t>
            </a:r>
          </a:p>
        </p:txBody>
      </p:sp>
      <p:sp>
        <p:nvSpPr>
          <p:cNvPr id="4" name="Slide Number Placeholder 3"/>
          <p:cNvSpPr>
            <a:spLocks noGrp="1"/>
          </p:cNvSpPr>
          <p:nvPr>
            <p:ph type="sldNum" sz="quarter" idx="5"/>
          </p:nvPr>
        </p:nvSpPr>
        <p:spPr/>
        <p:txBody>
          <a:bodyPr/>
          <a:lstStyle/>
          <a:p>
            <a:fld id="{D2B79DAA-901A-49C6-966C-F19D68B13426}" type="slidenum">
              <a:rPr lang="en-US"/>
              <a:t>24</a:t>
            </a:fld>
            <a:endParaRPr lang="en-US"/>
          </a:p>
        </p:txBody>
      </p:sp>
    </p:spTree>
    <p:extLst>
      <p:ext uri="{BB962C8B-B14F-4D97-AF65-F5344CB8AC3E}">
        <p14:creationId xmlns:p14="http://schemas.microsoft.com/office/powerpoint/2010/main" val="2153341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When it comes to how songs perform on the chart, boy groups tend to have more of a stable </a:t>
            </a:r>
            <a:r>
              <a:rPr lang="en-US" err="1">
                <a:ea typeface="Calibri"/>
                <a:cs typeface="Calibri"/>
              </a:rPr>
              <a:t>korean</a:t>
            </a:r>
            <a:r>
              <a:rPr lang="en-US">
                <a:ea typeface="Calibri"/>
                <a:cs typeface="Calibri"/>
              </a:rPr>
              <a:t> to </a:t>
            </a:r>
            <a:r>
              <a:rPr lang="en-US" err="1">
                <a:ea typeface="Calibri"/>
                <a:cs typeface="Calibri"/>
              </a:rPr>
              <a:t>english</a:t>
            </a:r>
            <a:r>
              <a:rPr lang="en-US">
                <a:ea typeface="Calibri"/>
                <a:cs typeface="Calibri"/>
              </a:rPr>
              <a:t> ratio compared to girl groups. There is generally no significant difference in the language ratio in both hot 100 an global 200.</a:t>
            </a:r>
          </a:p>
          <a:p>
            <a:endParaRPr lang="en-US">
              <a:ea typeface="Calibri"/>
              <a:cs typeface="Calibri"/>
            </a:endParaRPr>
          </a:p>
          <a:p>
            <a:r>
              <a:rPr lang="en-US">
                <a:ea typeface="Calibri"/>
                <a:cs typeface="Calibri"/>
              </a:rPr>
              <a:t>On the other hand, Girl groups slightly trend towards more </a:t>
            </a:r>
            <a:r>
              <a:rPr lang="en-US" err="1">
                <a:ea typeface="Calibri"/>
                <a:cs typeface="Calibri"/>
              </a:rPr>
              <a:t>english</a:t>
            </a:r>
            <a:r>
              <a:rPr lang="en-US">
                <a:ea typeface="Calibri"/>
                <a:cs typeface="Calibri"/>
              </a:rPr>
              <a:t> on the English Centric Hot-100 chart, however not statistically significant. But this slight significance is worth studying in our future works. It shows a possibility that having more </a:t>
            </a:r>
            <a:r>
              <a:rPr lang="en-US" err="1">
                <a:ea typeface="Calibri"/>
                <a:cs typeface="Calibri"/>
              </a:rPr>
              <a:t>english</a:t>
            </a:r>
            <a:r>
              <a:rPr lang="en-US">
                <a:ea typeface="Calibri"/>
                <a:cs typeface="Calibri"/>
              </a:rPr>
              <a:t> could be a strategic push for US oriented releases.</a:t>
            </a:r>
          </a:p>
        </p:txBody>
      </p:sp>
      <p:sp>
        <p:nvSpPr>
          <p:cNvPr id="4" name="Slide Number Placeholder 3"/>
          <p:cNvSpPr>
            <a:spLocks noGrp="1"/>
          </p:cNvSpPr>
          <p:nvPr>
            <p:ph type="sldNum" sz="quarter" idx="5"/>
          </p:nvPr>
        </p:nvSpPr>
        <p:spPr/>
        <p:txBody>
          <a:bodyPr/>
          <a:lstStyle/>
          <a:p>
            <a:fld id="{D2B79DAA-901A-49C6-966C-F19D68B13426}" type="slidenum">
              <a:rPr lang="en-US"/>
              <a:t>25</a:t>
            </a:fld>
            <a:endParaRPr lang="en-US"/>
          </a:p>
        </p:txBody>
      </p:sp>
    </p:spTree>
    <p:extLst>
      <p:ext uri="{BB962C8B-B14F-4D97-AF65-F5344CB8AC3E}">
        <p14:creationId xmlns:p14="http://schemas.microsoft.com/office/powerpoint/2010/main" val="13320452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An overview of the findings could be summarized as follows:</a:t>
            </a:r>
          </a:p>
          <a:p>
            <a:endParaRPr lang="en-US">
              <a:ea typeface="Calibri"/>
              <a:cs typeface="Calibri"/>
            </a:endParaRPr>
          </a:p>
          <a:p>
            <a:pPr marL="228600" indent="-228600">
              <a:buAutoNum type="arabicPeriod"/>
            </a:pPr>
            <a:r>
              <a:rPr lang="en-US">
                <a:ea typeface="Calibri"/>
                <a:cs typeface="Calibri"/>
              </a:rPr>
              <a:t>English exists significantly across gender and chart. That is very clear.</a:t>
            </a:r>
          </a:p>
          <a:p>
            <a:pPr marL="228600" indent="-228600">
              <a:buAutoNum type="arabicPeriod"/>
            </a:pPr>
            <a:r>
              <a:rPr lang="en-US">
                <a:ea typeface="Calibri"/>
                <a:cs typeface="Calibri"/>
              </a:rPr>
              <a:t>Most of the results in our work have not achieved statistical significance due to lack of variety of data and limited time period, but we were able to make claims based on numerical significance.</a:t>
            </a:r>
          </a:p>
          <a:p>
            <a:pPr marL="228600" indent="-228600">
              <a:buAutoNum type="arabicPeriod"/>
            </a:pPr>
            <a:r>
              <a:rPr lang="en-US">
                <a:ea typeface="Calibri"/>
                <a:cs typeface="Calibri"/>
              </a:rPr>
              <a:t>There is a strong stylistic similarity between both our control groups (</a:t>
            </a:r>
            <a:r>
              <a:rPr lang="en-US" err="1">
                <a:ea typeface="Calibri"/>
                <a:cs typeface="Calibri"/>
              </a:rPr>
              <a:t>i.e</a:t>
            </a:r>
            <a:r>
              <a:rPr lang="en-US">
                <a:ea typeface="Calibri"/>
                <a:cs typeface="Calibri"/>
              </a:rPr>
              <a:t> boy acts vs girl acts). English tends to be a global identity marker.</a:t>
            </a:r>
          </a:p>
        </p:txBody>
      </p:sp>
      <p:sp>
        <p:nvSpPr>
          <p:cNvPr id="4" name="Slide Number Placeholder 3"/>
          <p:cNvSpPr>
            <a:spLocks noGrp="1"/>
          </p:cNvSpPr>
          <p:nvPr>
            <p:ph type="sldNum" sz="quarter" idx="5"/>
          </p:nvPr>
        </p:nvSpPr>
        <p:spPr/>
        <p:txBody>
          <a:bodyPr/>
          <a:lstStyle/>
          <a:p>
            <a:fld id="{D2B79DAA-901A-49C6-966C-F19D68B13426}" type="slidenum">
              <a:rPr lang="en-US"/>
              <a:t>26</a:t>
            </a:fld>
            <a:endParaRPr lang="en-US"/>
          </a:p>
        </p:txBody>
      </p:sp>
    </p:spTree>
    <p:extLst>
      <p:ext uri="{BB962C8B-B14F-4D97-AF65-F5344CB8AC3E}">
        <p14:creationId xmlns:p14="http://schemas.microsoft.com/office/powerpoint/2010/main" val="1503263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D2B79DAA-901A-49C6-966C-F19D68B13426}" type="slidenum">
              <a:rPr lang="en-US"/>
              <a:t>28</a:t>
            </a:fld>
            <a:endParaRPr lang="en-US"/>
          </a:p>
        </p:txBody>
      </p:sp>
    </p:spTree>
    <p:extLst>
      <p:ext uri="{BB962C8B-B14F-4D97-AF65-F5344CB8AC3E}">
        <p14:creationId xmlns:p14="http://schemas.microsoft.com/office/powerpoint/2010/main" val="3652912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contribution to the field of humanities and computational pop linguistics is that this is a first work in code switching in </a:t>
            </a:r>
            <a:r>
              <a:rPr lang="en-US" err="1">
                <a:ea typeface="Calibri"/>
                <a:cs typeface="Calibri"/>
              </a:rPr>
              <a:t>kpop</a:t>
            </a:r>
            <a:r>
              <a:rPr lang="en-US">
                <a:ea typeface="Calibri"/>
                <a:cs typeface="Calibri"/>
              </a:rPr>
              <a:t> and linking both </a:t>
            </a:r>
            <a:r>
              <a:rPr lang="en-US" err="1">
                <a:ea typeface="Calibri"/>
                <a:cs typeface="Calibri"/>
              </a:rPr>
              <a:t>linguisticis</a:t>
            </a:r>
            <a:r>
              <a:rPr lang="en-US">
                <a:ea typeface="Calibri"/>
                <a:cs typeface="Calibri"/>
              </a:rPr>
              <a:t> and billboard metrics and analytics.</a:t>
            </a:r>
          </a:p>
          <a:p>
            <a:r>
              <a:rPr lang="en-US">
                <a:ea typeface="Calibri"/>
                <a:cs typeface="Calibri"/>
              </a:rPr>
              <a:t>We also propose the first ever dataset of K-pop combining metrics and multilingual lyrics.</a:t>
            </a:r>
          </a:p>
        </p:txBody>
      </p:sp>
      <p:sp>
        <p:nvSpPr>
          <p:cNvPr id="4" name="Slide Number Placeholder 3"/>
          <p:cNvSpPr>
            <a:spLocks noGrp="1"/>
          </p:cNvSpPr>
          <p:nvPr>
            <p:ph type="sldNum" sz="quarter" idx="5"/>
          </p:nvPr>
        </p:nvSpPr>
        <p:spPr/>
        <p:txBody>
          <a:bodyPr/>
          <a:lstStyle/>
          <a:p>
            <a:fld id="{D2B79DAA-901A-49C6-966C-F19D68B13426}" type="slidenum">
              <a:rPr lang="en-US"/>
              <a:t>29</a:t>
            </a:fld>
            <a:endParaRPr lang="en-US"/>
          </a:p>
        </p:txBody>
      </p:sp>
    </p:spTree>
    <p:extLst>
      <p:ext uri="{BB962C8B-B14F-4D97-AF65-F5344CB8AC3E}">
        <p14:creationId xmlns:p14="http://schemas.microsoft.com/office/powerpoint/2010/main" val="11063135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These are some limitations of our work. We are quite aware that we only study charting songs, so it is a bias we are aware of for this paper.</a:t>
            </a:r>
          </a:p>
          <a:p>
            <a:endParaRPr lang="en-US">
              <a:ea typeface="Calibri"/>
              <a:cs typeface="Calibri"/>
            </a:endParaRPr>
          </a:p>
          <a:p>
            <a:r>
              <a:rPr lang="en-US">
                <a:ea typeface="Calibri"/>
                <a:cs typeface="Calibri"/>
              </a:rPr>
              <a:t>It is a small sample of songs that we are tracking and working with. So future works will involve more songs. Should not be a problem since we are having a Hallyu wave right now.</a:t>
            </a:r>
            <a:endParaRPr lang="en-US"/>
          </a:p>
          <a:p>
            <a:endParaRPr lang="en-US">
              <a:ea typeface="Calibri"/>
              <a:cs typeface="Calibri"/>
            </a:endParaRPr>
          </a:p>
          <a:p>
            <a:r>
              <a:rPr lang="en-US">
                <a:ea typeface="Calibri"/>
                <a:cs typeface="Calibri"/>
              </a:rPr>
              <a:t>We are not studying the audio-</a:t>
            </a:r>
            <a:r>
              <a:rPr lang="en-US" err="1">
                <a:ea typeface="Calibri"/>
                <a:cs typeface="Calibri"/>
              </a:rPr>
              <a:t>viusal</a:t>
            </a:r>
            <a:r>
              <a:rPr lang="en-US">
                <a:ea typeface="Calibri"/>
                <a:cs typeface="Calibri"/>
              </a:rPr>
              <a:t> aspects of </a:t>
            </a:r>
            <a:r>
              <a:rPr lang="en-US" err="1">
                <a:ea typeface="Calibri"/>
                <a:cs typeface="Calibri"/>
              </a:rPr>
              <a:t>kpop</a:t>
            </a:r>
            <a:r>
              <a:rPr lang="en-US">
                <a:ea typeface="Calibri"/>
                <a:cs typeface="Calibri"/>
              </a:rPr>
              <a:t>. This is a purely linguistic study. So, we cannot make observations about the visual and audio aspects of </a:t>
            </a:r>
            <a:r>
              <a:rPr lang="en-US" err="1">
                <a:ea typeface="Calibri"/>
                <a:cs typeface="Calibri"/>
              </a:rPr>
              <a:t>kpop</a:t>
            </a:r>
            <a:r>
              <a:rPr lang="en-US">
                <a:ea typeface="Calibri"/>
                <a:cs typeface="Calibri"/>
              </a:rPr>
              <a:t> in this work.</a:t>
            </a:r>
            <a:endParaRPr lang="en-US"/>
          </a:p>
          <a:p>
            <a:endParaRPr lang="en-US">
              <a:ea typeface="Calibri"/>
              <a:cs typeface="Calibri"/>
            </a:endParaRPr>
          </a:p>
          <a:p>
            <a:r>
              <a:rPr lang="en-US">
                <a:ea typeface="Calibri"/>
                <a:cs typeface="Calibri"/>
              </a:rPr>
              <a:t>In this work, we are aware we broke down the linguistic structure of </a:t>
            </a:r>
            <a:r>
              <a:rPr lang="en-US" err="1">
                <a:ea typeface="Calibri"/>
                <a:cs typeface="Calibri"/>
              </a:rPr>
              <a:t>korean</a:t>
            </a:r>
            <a:r>
              <a:rPr lang="en-US">
                <a:ea typeface="Calibri"/>
                <a:cs typeface="Calibri"/>
              </a:rPr>
              <a:t> to just words and phrases. This is something we are looking at working in the next version of our work with </a:t>
            </a:r>
            <a:r>
              <a:rPr lang="en-US" err="1">
                <a:ea typeface="Calibri"/>
                <a:cs typeface="Calibri"/>
              </a:rPr>
              <a:t>korean</a:t>
            </a:r>
            <a:r>
              <a:rPr lang="en-US">
                <a:ea typeface="Calibri"/>
                <a:cs typeface="Calibri"/>
              </a:rPr>
              <a:t> linguists.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2B79DAA-901A-49C6-966C-F19D68B13426}" type="slidenum">
              <a:rPr lang="en-US"/>
              <a:t>30</a:t>
            </a:fld>
            <a:endParaRPr lang="en-US"/>
          </a:p>
        </p:txBody>
      </p:sp>
    </p:spTree>
    <p:extLst>
      <p:ext uri="{BB962C8B-B14F-4D97-AF65-F5344CB8AC3E}">
        <p14:creationId xmlns:p14="http://schemas.microsoft.com/office/powerpoint/2010/main" val="538962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AF61CCD8-B709-3F44-891F-F046E9989CAC}" type="datetime1">
              <a:rPr lang="fr-FR" smtClean="0"/>
              <a:t>04/03/2026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330EA680-D336-4FF7-8B7A-9848BB0A1C32}"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427983049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688A22-8444-D941-AC24-20E45FC27264}" type="datetime1">
              <a:rPr lang="fr-FR" smtClean="0"/>
              <a:t>04/03/2026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43122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077B03A-79C0-8E46-BAE3-DF712609B655}" type="datetime1">
              <a:rPr lang="fr-FR" smtClean="0"/>
              <a:t>04/03/2026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330EA680-D336-4FF7-8B7A-9848BB0A1C32}"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US"/>
          </a:p>
        </p:txBody>
      </p:sp>
    </p:spTree>
    <p:extLst>
      <p:ext uri="{BB962C8B-B14F-4D97-AF65-F5344CB8AC3E}">
        <p14:creationId xmlns:p14="http://schemas.microsoft.com/office/powerpoint/2010/main" val="37784974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1F6C48-7A5A-604C-8A40-A4F7D78A78EA}" type="datetime1">
              <a:rPr lang="fr-FR" smtClean="0"/>
              <a:t>04/03/2026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888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102C1E-3945-EE4F-ABAB-EA51864716C2}" type="datetime1">
              <a:rPr lang="fr-FR" smtClean="0"/>
              <a:t>04/03/2026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23206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0F789B-C577-B349-90A1-5C8947A293C1}" type="datetime1">
              <a:rPr lang="fr-FR" smtClean="0"/>
              <a:t>04/03/2026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13351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F85609-D2D3-9544-8924-5F2777B159BB}" type="datetime1">
              <a:rPr lang="fr-FR" smtClean="0"/>
              <a:t>04/03/2026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41764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0C10A7A-32D6-4B48-B983-EDE7ED7DA9AB}" type="datetime1">
              <a:rPr lang="fr-FR" smtClean="0"/>
              <a:t>04/03/2026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30EA680-D336-4FF7-8B7A-9848BB0A1C3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8819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6788B7A-D623-D946-836B-B8540834BBCB}" type="datetime1">
              <a:rPr lang="fr-FR" smtClean="0"/>
              <a:t>04/03/2026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30EA680-D336-4FF7-8B7A-9848BB0A1C3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99896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AB67F9-6C44-5C48-B729-10DA877C8AE1}" type="datetime1">
              <a:rPr lang="fr-FR" smtClean="0"/>
              <a:t>04/03/2026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25289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B29F81-0F43-9E4C-97B2-9FC4E1AA425F}" type="datetime1">
              <a:rPr lang="fr-FR" smtClean="0"/>
              <a:t>04/03/2026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603113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C1AA87E-4DB4-6C4D-A88F-5C1C21723162}" type="datetime1">
              <a:rPr lang="fr-FR" smtClean="0"/>
              <a:t>04/03/2026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330EA680-D336-4FF7-8B7A-9848BB0A1C32}"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618289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jpe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sv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4.png"/><Relationship Id="rId7" Type="http://schemas.openxmlformats.org/officeDocument/2006/relationships/diagramQuickStyle" Target="../diagrams/quickStyle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svg"/><Relationship Id="rId9" Type="http://schemas.microsoft.com/office/2007/relationships/diagramDrawing" Target="../diagrams/drawing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4.png"/><Relationship Id="rId7" Type="http://schemas.openxmlformats.org/officeDocument/2006/relationships/diagramQuickStyle" Target="../diagrams/quickStyle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5.svg"/><Relationship Id="rId9" Type="http://schemas.microsoft.com/office/2007/relationships/diagramDrawing" Target="../diagrams/drawing3.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4.png"/><Relationship Id="rId7" Type="http://schemas.openxmlformats.org/officeDocument/2006/relationships/diagramQuickStyle" Target="../diagrams/quickStyle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5.svg"/><Relationship Id="rId9" Type="http://schemas.microsoft.com/office/2007/relationships/diagramDrawing" Target="../diagrams/drawing4.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4.png"/><Relationship Id="rId7" Type="http://schemas.openxmlformats.org/officeDocument/2006/relationships/diagramQuickStyle" Target="../diagrams/quickStyle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5.svg"/><Relationship Id="rId9" Type="http://schemas.microsoft.com/office/2007/relationships/diagramDrawing" Target="../diagrams/drawing5.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4.png"/><Relationship Id="rId7" Type="http://schemas.openxmlformats.org/officeDocument/2006/relationships/diagramQuickStyle" Target="../diagrams/quickStyle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5.svg"/><Relationship Id="rId9" Type="http://schemas.microsoft.com/office/2007/relationships/diagramDrawing" Target="../diagrams/drawing6.xml"/></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4.png"/><Relationship Id="rId7" Type="http://schemas.openxmlformats.org/officeDocument/2006/relationships/diagramQuickStyle" Target="../diagrams/quickStyle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5.svg"/><Relationship Id="rId9" Type="http://schemas.microsoft.com/office/2007/relationships/diagramDrawing" Target="../diagrams/drawing7.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4.png"/><Relationship Id="rId7" Type="http://schemas.openxmlformats.org/officeDocument/2006/relationships/diagramQuickStyle" Target="../diagrams/quickStyle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5.svg"/><Relationship Id="rId9" Type="http://schemas.microsoft.com/office/2007/relationships/diagramDrawing" Target="../diagrams/drawing8.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4.png"/><Relationship Id="rId7" Type="http://schemas.openxmlformats.org/officeDocument/2006/relationships/diagramQuickStyle" Target="../diagrams/quickStyle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5.svg"/><Relationship Id="rId9" Type="http://schemas.microsoft.com/office/2007/relationships/diagramDrawing" Target="../diagrams/drawing9.xml"/></Relationships>
</file>

<file path=ppt/slides/_rels/slide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4.png"/><Relationship Id="rId7" Type="http://schemas.openxmlformats.org/officeDocument/2006/relationships/diagramQuickStyle" Target="../diagrams/quickStyle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5.svg"/><Relationship Id="rId9" Type="http://schemas.microsoft.com/office/2007/relationships/diagramDrawing" Target="../diagrams/drawing10.xml"/></Relationships>
</file>

<file path=ppt/slides/_rels/slide30.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4.png"/><Relationship Id="rId7" Type="http://schemas.openxmlformats.org/officeDocument/2006/relationships/diagramQuickStyle" Target="../diagrams/quickStyle1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5.svg"/><Relationship Id="rId9" Type="http://schemas.microsoft.com/office/2007/relationships/diagramDrawing" Target="../diagrams/drawing11.xml"/></Relationships>
</file>

<file path=ppt/slides/_rels/slide3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diagramLayout" Target="../diagrams/layout12.xml"/><Relationship Id="rId7" Type="http://schemas.openxmlformats.org/officeDocument/2006/relationships/image" Target="../media/image4.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2.xml.rels><?xml version="1.0" encoding="UTF-8" standalone="yes"?>
<Relationships xmlns="http://schemas.openxmlformats.org/package/2006/relationships"><Relationship Id="rId3" Type="http://schemas.openxmlformats.org/officeDocument/2006/relationships/hyperlink" Target="https://callmesanfornow.github.io" TargetMode="External"/><Relationship Id="rId2" Type="http://schemas.openxmlformats.org/officeDocument/2006/relationships/hyperlink" Target="mailto:asankaran@telecom-sudparis.eu" TargetMode="Externa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CB0E0D-AC1B-4E83-84EA-237BFA2063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6DCB3B1-E1A7-4510-831B-77C8EFF56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1" name="Freeform 6">
              <a:extLst>
                <a:ext uri="{FF2B5EF4-FFF2-40B4-BE49-F238E27FC236}">
                  <a16:creationId xmlns:a16="http://schemas.microsoft.com/office/drawing/2014/main" id="{10132A3B-10CF-4EEB-BA1F-A63D2ED61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2" name="Freeform 6">
              <a:extLst>
                <a:ext uri="{FF2B5EF4-FFF2-40B4-BE49-F238E27FC236}">
                  <a16:creationId xmlns:a16="http://schemas.microsoft.com/office/drawing/2014/main" id="{014E52ED-3C51-46E6-BE4B-14FFAB2C3D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p:nvSpPr>
          <p:cNvPr id="2" name="Title 1"/>
          <p:cNvSpPr>
            <a:spLocks noGrp="1"/>
          </p:cNvSpPr>
          <p:nvPr>
            <p:ph type="ctrTitle"/>
          </p:nvPr>
        </p:nvSpPr>
        <p:spPr>
          <a:xfrm>
            <a:off x="1533661" y="3536783"/>
            <a:ext cx="6400779" cy="1297439"/>
          </a:xfrm>
        </p:spPr>
        <p:txBody>
          <a:bodyPr anchor="ctr">
            <a:normAutofit/>
          </a:bodyPr>
          <a:lstStyle/>
          <a:p>
            <a:pPr algn="l"/>
            <a:r>
              <a:rPr lang="en-US" sz="2400"/>
              <a:t>Studying Code Switching</a:t>
            </a:r>
            <a:br>
              <a:rPr lang="en-US" sz="2400"/>
            </a:br>
            <a:r>
              <a:rPr lang="en-US" sz="2400"/>
              <a:t>in K-pop Hits on Billboard Charts</a:t>
            </a:r>
            <a:endParaRPr lang="en-US" sz="3200"/>
          </a:p>
        </p:txBody>
      </p:sp>
      <p:sp>
        <p:nvSpPr>
          <p:cNvPr id="3" name="Subtitle 2"/>
          <p:cNvSpPr>
            <a:spLocks noGrp="1"/>
          </p:cNvSpPr>
          <p:nvPr>
            <p:ph type="subTitle" idx="1"/>
          </p:nvPr>
        </p:nvSpPr>
        <p:spPr>
          <a:xfrm>
            <a:off x="7716447" y="1612308"/>
            <a:ext cx="3233957" cy="3848522"/>
          </a:xfrm>
        </p:spPr>
        <p:txBody>
          <a:bodyPr anchor="ctr">
            <a:normAutofit/>
          </a:bodyPr>
          <a:lstStyle/>
          <a:p>
            <a:pPr algn="l">
              <a:spcAft>
                <a:spcPts val="600"/>
              </a:spcAft>
            </a:pPr>
            <a:r>
              <a:rPr lang="en-US" sz="1800" b="1"/>
              <a:t>Aditya Narayan Sankaran</a:t>
            </a:r>
            <a:endParaRPr lang="en-US" sz="1800"/>
          </a:p>
          <a:p>
            <a:pPr algn="l">
              <a:spcAft>
                <a:spcPts val="600"/>
              </a:spcAft>
            </a:pPr>
            <a:r>
              <a:rPr lang="en-US" sz="1800"/>
              <a:t>Reza </a:t>
            </a:r>
            <a:r>
              <a:rPr lang="en-US" sz="1800" err="1"/>
              <a:t>Farahbakhsh</a:t>
            </a:r>
            <a:endParaRPr lang="en-US" sz="1800"/>
          </a:p>
          <a:p>
            <a:pPr algn="l">
              <a:spcAft>
                <a:spcPts val="600"/>
              </a:spcAft>
            </a:pPr>
            <a:r>
              <a:rPr lang="en-US" sz="1800"/>
              <a:t>Noël Crespi</a:t>
            </a:r>
          </a:p>
          <a:p>
            <a:pPr algn="l">
              <a:spcAft>
                <a:spcPts val="600"/>
              </a:spcAft>
            </a:pPr>
            <a:endParaRPr lang="en-US" sz="1800"/>
          </a:p>
          <a:p>
            <a:pPr algn="l">
              <a:spcAft>
                <a:spcPts val="600"/>
              </a:spcAft>
            </a:pPr>
            <a:r>
              <a:rPr lang="en-US" sz="1800"/>
              <a:t>SAMOVAR, </a:t>
            </a:r>
            <a:r>
              <a:rPr lang="en-US" sz="1800" err="1"/>
              <a:t>Télécom</a:t>
            </a:r>
            <a:r>
              <a:rPr lang="en-US" sz="1800"/>
              <a:t> SudParis</a:t>
            </a:r>
          </a:p>
          <a:p>
            <a:pPr algn="l">
              <a:spcAft>
                <a:spcPts val="600"/>
              </a:spcAft>
            </a:pPr>
            <a:r>
              <a:rPr lang="en-US" sz="1800" err="1"/>
              <a:t>Institut</a:t>
            </a:r>
            <a:r>
              <a:rPr lang="en-US" sz="1800"/>
              <a:t> Polytechnique de Paris</a:t>
            </a:r>
          </a:p>
        </p:txBody>
      </p:sp>
      <p:cxnSp>
        <p:nvCxnSpPr>
          <p:cNvPr id="14" name="Straight Connector 13">
            <a:extLst>
              <a:ext uri="{FF2B5EF4-FFF2-40B4-BE49-F238E27FC236}">
                <a16:creationId xmlns:a16="http://schemas.microsoft.com/office/drawing/2014/main" id="{6116DDC6-8F07-46CC-8751-E5C9346B2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4964" y="2388358"/>
            <a:ext cx="0" cy="1856096"/>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6E6D3EE-8DF7-D6C6-F70F-E3EA8FA99A84}"/>
              </a:ext>
            </a:extLst>
          </p:cNvPr>
          <p:cNvSpPr txBox="1"/>
          <p:nvPr/>
        </p:nvSpPr>
        <p:spPr>
          <a:xfrm>
            <a:off x="1210968" y="1234196"/>
            <a:ext cx="6431441" cy="2308324"/>
          </a:xfrm>
          <a:prstGeom prst="rect">
            <a:avLst/>
          </a:prstGeom>
          <a:noFill/>
        </p:spPr>
        <p:txBody>
          <a:bodyPr wrap="none" rtlCol="0">
            <a:spAutoFit/>
          </a:bodyPr>
          <a:lstStyle/>
          <a:p>
            <a:r>
              <a:rPr lang="en-US" sz="7200">
                <a:latin typeface="Aptos Display" panose="020B0004020202020204" pitchFamily="34" charset="0"/>
              </a:rPr>
              <a:t>Global Beats,</a:t>
            </a:r>
          </a:p>
          <a:p>
            <a:r>
              <a:rPr lang="en-US" sz="7200">
                <a:latin typeface="Aptos Display" panose="020B0004020202020204" pitchFamily="34" charset="0"/>
              </a:rPr>
              <a:t>			Local Tongue</a:t>
            </a:r>
          </a:p>
        </p:txBody>
      </p:sp>
      <p:grpSp>
        <p:nvGrpSpPr>
          <p:cNvPr id="16" name="Group 15">
            <a:extLst>
              <a:ext uri="{FF2B5EF4-FFF2-40B4-BE49-F238E27FC236}">
                <a16:creationId xmlns:a16="http://schemas.microsoft.com/office/drawing/2014/main" id="{8470B9D1-BAC1-CC33-9F4D-CBF93EFF171F}"/>
              </a:ext>
            </a:extLst>
          </p:cNvPr>
          <p:cNvGrpSpPr/>
          <p:nvPr/>
        </p:nvGrpSpPr>
        <p:grpSpPr>
          <a:xfrm>
            <a:off x="6282817" y="626365"/>
            <a:ext cx="5154935" cy="939037"/>
            <a:chOff x="1208690" y="4832778"/>
            <a:chExt cx="5154935" cy="939037"/>
          </a:xfrm>
        </p:grpSpPr>
        <p:pic>
          <p:nvPicPr>
            <p:cNvPr id="13" name="Picture 12">
              <a:extLst>
                <a:ext uri="{FF2B5EF4-FFF2-40B4-BE49-F238E27FC236}">
                  <a16:creationId xmlns:a16="http://schemas.microsoft.com/office/drawing/2014/main" id="{B713E20F-3700-C897-0BDA-2CEBA2C322FC}"/>
                </a:ext>
              </a:extLst>
            </p:cNvPr>
            <p:cNvPicPr>
              <a:picLocks noChangeAspect="1"/>
            </p:cNvPicPr>
            <p:nvPr/>
          </p:nvPicPr>
          <p:blipFill>
            <a:blip r:embed="rId3"/>
            <a:srcRect b="49297"/>
            <a:stretch>
              <a:fillRect/>
            </a:stretch>
          </p:blipFill>
          <p:spPr>
            <a:xfrm>
              <a:off x="1208690" y="4832778"/>
              <a:ext cx="4747173" cy="939037"/>
            </a:xfrm>
            <a:prstGeom prst="rect">
              <a:avLst/>
            </a:prstGeom>
          </p:spPr>
        </p:pic>
        <p:pic>
          <p:nvPicPr>
            <p:cNvPr id="15" name="Picture 14">
              <a:extLst>
                <a:ext uri="{FF2B5EF4-FFF2-40B4-BE49-F238E27FC236}">
                  <a16:creationId xmlns:a16="http://schemas.microsoft.com/office/drawing/2014/main" id="{5180D635-3CF4-12CC-585C-38599A4D11CD}"/>
                </a:ext>
              </a:extLst>
            </p:cNvPr>
            <p:cNvPicPr>
              <a:picLocks noChangeAspect="1"/>
            </p:cNvPicPr>
            <p:nvPr/>
          </p:nvPicPr>
          <p:blipFill>
            <a:blip r:embed="rId3"/>
            <a:srcRect l="82505" t="54858" r="184"/>
            <a:stretch>
              <a:fillRect/>
            </a:stretch>
          </p:blipFill>
          <p:spPr>
            <a:xfrm>
              <a:off x="5541825" y="4834967"/>
              <a:ext cx="821800" cy="836058"/>
            </a:xfrm>
            <a:prstGeom prst="rect">
              <a:avLst/>
            </a:prstGeom>
          </p:spPr>
        </p:pic>
      </p:grpSp>
      <p:sp>
        <p:nvSpPr>
          <p:cNvPr id="5" name="Slide Number Placeholder 4">
            <a:extLst>
              <a:ext uri="{FF2B5EF4-FFF2-40B4-BE49-F238E27FC236}">
                <a16:creationId xmlns:a16="http://schemas.microsoft.com/office/drawing/2014/main" id="{3D6D6D5E-867F-40AB-E31A-3431AE806C7A}"/>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5031-39FB-C516-D9B9-05B0DA4CCBF2}"/>
              </a:ext>
            </a:extLst>
          </p:cNvPr>
          <p:cNvSpPr>
            <a:spLocks noGrp="1"/>
          </p:cNvSpPr>
          <p:nvPr>
            <p:ph type="title"/>
          </p:nvPr>
        </p:nvSpPr>
        <p:spPr>
          <a:xfrm>
            <a:off x="1390650" y="685800"/>
            <a:ext cx="9886950" cy="1485900"/>
          </a:xfrm>
        </p:spPr>
        <p:txBody>
          <a:bodyPr>
            <a:normAutofit/>
          </a:bodyPr>
          <a:lstStyle/>
          <a:p>
            <a:r>
              <a:rPr lang="en-US"/>
              <a:t>Outline</a:t>
            </a:r>
          </a:p>
        </p:txBody>
      </p:sp>
      <p:sp>
        <p:nvSpPr>
          <p:cNvPr id="3" name="Content Placeholder 2">
            <a:extLst>
              <a:ext uri="{FF2B5EF4-FFF2-40B4-BE49-F238E27FC236}">
                <a16:creationId xmlns:a16="http://schemas.microsoft.com/office/drawing/2014/main" id="{6E9CFD11-0F24-DB08-3FB4-6DFA35B55FF6}"/>
              </a:ext>
            </a:extLst>
          </p:cNvPr>
          <p:cNvSpPr>
            <a:spLocks noGrp="1"/>
          </p:cNvSpPr>
          <p:nvPr>
            <p:ph idx="1"/>
          </p:nvPr>
        </p:nvSpPr>
        <p:spPr>
          <a:xfrm>
            <a:off x="1390649" y="2286000"/>
            <a:ext cx="6176776" cy="3581400"/>
          </a:xfrm>
        </p:spPr>
        <p:txBody>
          <a:bodyPr>
            <a:normAutofit/>
          </a:bodyPr>
          <a:lstStyle/>
          <a:p>
            <a:r>
              <a:rPr lang="en-US"/>
              <a:t>Background and Motivation</a:t>
            </a:r>
          </a:p>
          <a:p>
            <a:r>
              <a:rPr lang="en-US"/>
              <a:t>Code Switching vs Code Mixing</a:t>
            </a:r>
          </a:p>
          <a:p>
            <a:r>
              <a:rPr lang="en-US"/>
              <a:t>Data collection</a:t>
            </a:r>
          </a:p>
          <a:p>
            <a:r>
              <a:rPr lang="en-US"/>
              <a:t>Statistical Test</a:t>
            </a:r>
          </a:p>
          <a:p>
            <a:r>
              <a:rPr lang="en-US"/>
              <a:t>Conclusion and Future Direction</a:t>
            </a:r>
          </a:p>
        </p:txBody>
      </p:sp>
      <p:pic>
        <p:nvPicPr>
          <p:cNvPr id="4" name="Picture 3">
            <a:extLst>
              <a:ext uri="{FF2B5EF4-FFF2-40B4-BE49-F238E27FC236}">
                <a16:creationId xmlns:a16="http://schemas.microsoft.com/office/drawing/2014/main" id="{D629DE5C-8051-E852-3122-885ACD9C9005}"/>
              </a:ext>
            </a:extLst>
          </p:cNvPr>
          <p:cNvPicPr>
            <a:picLocks noChangeAspect="1"/>
          </p:cNvPicPr>
          <p:nvPr/>
        </p:nvPicPr>
        <p:blipFill>
          <a:blip r:embed="rId3"/>
          <a:srcRect l="9028" t="10258"/>
          <a:stretch>
            <a:fillRect/>
          </a:stretch>
        </p:blipFill>
        <p:spPr>
          <a:xfrm>
            <a:off x="8061437" y="1126833"/>
            <a:ext cx="3211495" cy="3104713"/>
          </a:xfrm>
          <a:prstGeom prst="rect">
            <a:avLst/>
          </a:prstGeom>
        </p:spPr>
      </p:pic>
      <p:pic>
        <p:nvPicPr>
          <p:cNvPr id="7" name="Picture 6">
            <a:extLst>
              <a:ext uri="{FF2B5EF4-FFF2-40B4-BE49-F238E27FC236}">
                <a16:creationId xmlns:a16="http://schemas.microsoft.com/office/drawing/2014/main" id="{2B9FA41E-1692-CD66-A58F-DCD1F9FEB778}"/>
              </a:ext>
            </a:extLst>
          </p:cNvPr>
          <p:cNvPicPr>
            <a:picLocks noChangeAspect="1"/>
          </p:cNvPicPr>
          <p:nvPr/>
        </p:nvPicPr>
        <p:blipFill>
          <a:blip r:embed="rId4"/>
          <a:stretch>
            <a:fillRect/>
          </a:stretch>
        </p:blipFill>
        <p:spPr>
          <a:xfrm>
            <a:off x="8061437" y="4391456"/>
            <a:ext cx="3211495" cy="1300655"/>
          </a:xfrm>
          <a:prstGeom prst="rect">
            <a:avLst/>
          </a:prstGeom>
        </p:spPr>
      </p:pic>
      <p:pic>
        <p:nvPicPr>
          <p:cNvPr id="5" name="Graphic 4" descr="Vertical logo for Télécom SudParis (white)">
            <a:extLst>
              <a:ext uri="{FF2B5EF4-FFF2-40B4-BE49-F238E27FC236}">
                <a16:creationId xmlns:a16="http://schemas.microsoft.com/office/drawing/2014/main" id="{C528DB5D-A2F7-DB11-4E56-076CFA6864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35951" y="307077"/>
            <a:ext cx="581025" cy="876300"/>
          </a:xfrm>
          <a:prstGeom prst="rect">
            <a:avLst/>
          </a:prstGeom>
        </p:spPr>
      </p:pic>
      <p:sp>
        <p:nvSpPr>
          <p:cNvPr id="6" name="AutoShape 2" descr="The University of Luxembourg">
            <a:extLst>
              <a:ext uri="{FF2B5EF4-FFF2-40B4-BE49-F238E27FC236}">
                <a16:creationId xmlns:a16="http://schemas.microsoft.com/office/drawing/2014/main" id="{39F952B6-6DF7-F97E-57CC-7B916E5C5E0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FR"/>
          </a:p>
        </p:txBody>
      </p:sp>
      <p:sp>
        <p:nvSpPr>
          <p:cNvPr id="9" name="TextBox 8">
            <a:extLst>
              <a:ext uri="{FF2B5EF4-FFF2-40B4-BE49-F238E27FC236}">
                <a16:creationId xmlns:a16="http://schemas.microsoft.com/office/drawing/2014/main" id="{5752D283-46AD-11D4-3852-A737AC7CFFE7}"/>
              </a:ext>
            </a:extLst>
          </p:cNvPr>
          <p:cNvSpPr txBox="1"/>
          <p:nvPr/>
        </p:nvSpPr>
        <p:spPr>
          <a:xfrm>
            <a:off x="8042564" y="5852021"/>
            <a:ext cx="3452327" cy="261610"/>
          </a:xfrm>
          <a:prstGeom prst="rect">
            <a:avLst/>
          </a:prstGeom>
          <a:noFill/>
        </p:spPr>
        <p:txBody>
          <a:bodyPr wrap="square">
            <a:spAutoFit/>
          </a:bodyPr>
          <a:lstStyle/>
          <a:p>
            <a:r>
              <a:rPr lang="en-FR" sz="1100"/>
              <a:t>https://2025.computational-humanities-research.org/</a:t>
            </a:r>
          </a:p>
        </p:txBody>
      </p:sp>
      <p:sp>
        <p:nvSpPr>
          <p:cNvPr id="11" name="Slide Number Placeholder 10">
            <a:extLst>
              <a:ext uri="{FF2B5EF4-FFF2-40B4-BE49-F238E27FC236}">
                <a16:creationId xmlns:a16="http://schemas.microsoft.com/office/drawing/2014/main" id="{1C2F0D73-841E-F48A-8A71-889BEE05F0BE}"/>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4479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1772DF-AD08-2B62-FD13-8FC65A6A1574}"/>
              </a:ext>
            </a:extLst>
          </p:cNvPr>
          <p:cNvSpPr>
            <a:spLocks noGrp="1"/>
          </p:cNvSpPr>
          <p:nvPr>
            <p:ph type="title"/>
          </p:nvPr>
        </p:nvSpPr>
        <p:spPr/>
        <p:txBody>
          <a:bodyPr/>
          <a:lstStyle/>
          <a:p>
            <a:r>
              <a:rPr lang="en-US"/>
              <a:t>Background and Motivation</a:t>
            </a:r>
          </a:p>
        </p:txBody>
      </p:sp>
      <p:sp>
        <p:nvSpPr>
          <p:cNvPr id="5" name="Text Placeholder 4">
            <a:extLst>
              <a:ext uri="{FF2B5EF4-FFF2-40B4-BE49-F238E27FC236}">
                <a16:creationId xmlns:a16="http://schemas.microsoft.com/office/drawing/2014/main" id="{297FC26B-200F-7D30-A8CA-69C513C6726A}"/>
              </a:ext>
            </a:extLst>
          </p:cNvPr>
          <p:cNvSpPr>
            <a:spLocks noGrp="1"/>
          </p:cNvSpPr>
          <p:nvPr>
            <p:ph type="body" idx="1"/>
          </p:nvPr>
        </p:nvSpPr>
        <p:spPr/>
        <p:txBody>
          <a:bodyPr/>
          <a:lstStyle/>
          <a:p>
            <a:endParaRPr lang="en-US"/>
          </a:p>
        </p:txBody>
      </p:sp>
      <p:pic>
        <p:nvPicPr>
          <p:cNvPr id="3" name="Graphic 2" descr="Vertical logo for Télécom SudParis (white)">
            <a:extLst>
              <a:ext uri="{FF2B5EF4-FFF2-40B4-BE49-F238E27FC236}">
                <a16:creationId xmlns:a16="http://schemas.microsoft.com/office/drawing/2014/main" id="{C2250466-43D6-0705-40D2-5ECF9977AA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0929F2D9-85B5-5677-C9F5-AA3AB0147BDD}"/>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7362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k-pop trio">
            <a:extLst>
              <a:ext uri="{FF2B5EF4-FFF2-40B4-BE49-F238E27FC236}">
                <a16:creationId xmlns:a16="http://schemas.microsoft.com/office/drawing/2014/main" id="{254DF7FA-CCB0-A96B-F53E-72E11B15A26A}"/>
              </a:ext>
            </a:extLst>
          </p:cNvPr>
          <p:cNvPicPr>
            <a:picLocks noGrp="1" noChangeAspect="1"/>
          </p:cNvPicPr>
          <p:nvPr>
            <p:ph idx="1"/>
          </p:nvPr>
        </p:nvPicPr>
        <p:blipFill>
          <a:blip r:embed="rId3"/>
          <a:stretch>
            <a:fillRect/>
          </a:stretch>
        </p:blipFill>
        <p:spPr>
          <a:xfrm>
            <a:off x="2449462" y="1332381"/>
            <a:ext cx="7450032" cy="4195549"/>
          </a:xfrm>
          <a:prstGeom prst="rect">
            <a:avLst/>
          </a:prstGeom>
        </p:spPr>
      </p:pic>
      <p:pic>
        <p:nvPicPr>
          <p:cNvPr id="3" name="Graphic 2" descr="Vertical logo for Télécom SudParis (white)">
            <a:extLst>
              <a:ext uri="{FF2B5EF4-FFF2-40B4-BE49-F238E27FC236}">
                <a16:creationId xmlns:a16="http://schemas.microsoft.com/office/drawing/2014/main" id="{AF40549C-901A-766C-1D76-229B87761C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6B944FFD-A9E7-6931-A668-A9709C85952B}"/>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11132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E6EF-83BE-FF26-0E64-71BD5AB847D0}"/>
            </a:ext>
          </a:extLst>
        </p:cNvPr>
        <p:cNvGrpSpPr/>
        <p:nvPr/>
      </p:nvGrpSpPr>
      <p:grpSpPr>
        <a:xfrm>
          <a:off x="0" y="0"/>
          <a:ext cx="0" cy="0"/>
          <a:chOff x="0" y="0"/>
          <a:chExt cx="0" cy="0"/>
        </a:xfrm>
      </p:grpSpPr>
      <p:pic>
        <p:nvPicPr>
          <p:cNvPr id="5" name="Content Placeholder 4" descr="A screenshot of a video game&#10;&#10;AI-generated content may be incorrect.">
            <a:extLst>
              <a:ext uri="{FF2B5EF4-FFF2-40B4-BE49-F238E27FC236}">
                <a16:creationId xmlns:a16="http://schemas.microsoft.com/office/drawing/2014/main" id="{CD8357AC-E77E-E0FE-7AF8-752CDB45C185}"/>
              </a:ext>
            </a:extLst>
          </p:cNvPr>
          <p:cNvPicPr>
            <a:picLocks noGrp="1" noChangeAspect="1"/>
          </p:cNvPicPr>
          <p:nvPr>
            <p:ph idx="1"/>
          </p:nvPr>
        </p:nvPicPr>
        <p:blipFill>
          <a:blip r:embed="rId3"/>
          <a:stretch>
            <a:fillRect/>
          </a:stretch>
        </p:blipFill>
        <p:spPr>
          <a:xfrm>
            <a:off x="1110437" y="414718"/>
            <a:ext cx="3249789" cy="3581400"/>
          </a:xfrm>
          <a:prstGeom prst="rect">
            <a:avLst/>
          </a:prstGeom>
        </p:spPr>
      </p:pic>
      <p:pic>
        <p:nvPicPr>
          <p:cNvPr id="6" name="Picture 5" descr="A screenshot of a website&#10;&#10;AI-generated content may be incorrect.">
            <a:extLst>
              <a:ext uri="{FF2B5EF4-FFF2-40B4-BE49-F238E27FC236}">
                <a16:creationId xmlns:a16="http://schemas.microsoft.com/office/drawing/2014/main" id="{43AF575E-8DAE-8E0A-3B9A-63CF853959E8}"/>
              </a:ext>
            </a:extLst>
          </p:cNvPr>
          <p:cNvPicPr>
            <a:picLocks noChangeAspect="1"/>
          </p:cNvPicPr>
          <p:nvPr/>
        </p:nvPicPr>
        <p:blipFill>
          <a:blip r:embed="rId4"/>
          <a:srcRect t="14523" r="-139" b="39303"/>
          <a:stretch>
            <a:fillRect/>
          </a:stretch>
        </p:blipFill>
        <p:spPr>
          <a:xfrm>
            <a:off x="1573550" y="4772120"/>
            <a:ext cx="5558176" cy="1713039"/>
          </a:xfrm>
          <a:prstGeom prst="rect">
            <a:avLst/>
          </a:prstGeom>
        </p:spPr>
      </p:pic>
      <p:pic>
        <p:nvPicPr>
          <p:cNvPr id="7" name="Picture 6" descr="A cartoon of a person in a garment&#10;&#10;AI-generated content may be incorrect.">
            <a:extLst>
              <a:ext uri="{FF2B5EF4-FFF2-40B4-BE49-F238E27FC236}">
                <a16:creationId xmlns:a16="http://schemas.microsoft.com/office/drawing/2014/main" id="{BD180D39-23BD-FEA7-A4E5-3FF0752712BF}"/>
              </a:ext>
            </a:extLst>
          </p:cNvPr>
          <p:cNvPicPr>
            <a:picLocks noChangeAspect="1"/>
          </p:cNvPicPr>
          <p:nvPr/>
        </p:nvPicPr>
        <p:blipFill>
          <a:blip r:embed="rId5"/>
          <a:stretch>
            <a:fillRect/>
          </a:stretch>
        </p:blipFill>
        <p:spPr>
          <a:xfrm>
            <a:off x="6094701" y="416790"/>
            <a:ext cx="5667567" cy="4638964"/>
          </a:xfrm>
          <a:prstGeom prst="rect">
            <a:avLst/>
          </a:prstGeom>
        </p:spPr>
      </p:pic>
      <p:pic>
        <p:nvPicPr>
          <p:cNvPr id="8" name="Graphic 7" descr="Vertical logo for Télécom SudParis (white)">
            <a:extLst>
              <a:ext uri="{FF2B5EF4-FFF2-40B4-BE49-F238E27FC236}">
                <a16:creationId xmlns:a16="http://schemas.microsoft.com/office/drawing/2014/main" id="{941A3C87-CF4E-623F-EAF1-0272167C2C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75AC56F2-99CB-AFE4-62D9-694B07195B9B}"/>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3697250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and black text&#10;&#10;AI-generated content may be incorrect.">
            <a:extLst>
              <a:ext uri="{FF2B5EF4-FFF2-40B4-BE49-F238E27FC236}">
                <a16:creationId xmlns:a16="http://schemas.microsoft.com/office/drawing/2014/main" id="{8D2CB49C-8EA4-78CC-9FE8-1BF7F7504F0B}"/>
              </a:ext>
            </a:extLst>
          </p:cNvPr>
          <p:cNvPicPr>
            <a:picLocks noChangeAspect="1"/>
          </p:cNvPicPr>
          <p:nvPr/>
        </p:nvPicPr>
        <p:blipFill>
          <a:blip r:embed="rId3"/>
          <a:stretch>
            <a:fillRect/>
          </a:stretch>
        </p:blipFill>
        <p:spPr>
          <a:xfrm>
            <a:off x="985212" y="335153"/>
            <a:ext cx="6311516" cy="3524541"/>
          </a:xfrm>
          <a:prstGeom prst="rect">
            <a:avLst/>
          </a:prstGeom>
        </p:spPr>
      </p:pic>
      <p:pic>
        <p:nvPicPr>
          <p:cNvPr id="5" name="Picture 4" descr="A screenshot of a website&#10;&#10;AI-generated content may be incorrect.">
            <a:extLst>
              <a:ext uri="{FF2B5EF4-FFF2-40B4-BE49-F238E27FC236}">
                <a16:creationId xmlns:a16="http://schemas.microsoft.com/office/drawing/2014/main" id="{6AA089A1-CD2C-DA19-28F0-2DDC442C9C8A}"/>
              </a:ext>
            </a:extLst>
          </p:cNvPr>
          <p:cNvPicPr>
            <a:picLocks noChangeAspect="1"/>
          </p:cNvPicPr>
          <p:nvPr/>
        </p:nvPicPr>
        <p:blipFill>
          <a:blip r:embed="rId4"/>
          <a:stretch>
            <a:fillRect/>
          </a:stretch>
        </p:blipFill>
        <p:spPr>
          <a:xfrm>
            <a:off x="5772727" y="3267885"/>
            <a:ext cx="6419273" cy="3131624"/>
          </a:xfrm>
          <a:prstGeom prst="rect">
            <a:avLst/>
          </a:prstGeom>
        </p:spPr>
      </p:pic>
      <p:pic>
        <p:nvPicPr>
          <p:cNvPr id="3" name="Graphic 2" descr="Vertical logo for Télécom SudParis (white)">
            <a:extLst>
              <a:ext uri="{FF2B5EF4-FFF2-40B4-BE49-F238E27FC236}">
                <a16:creationId xmlns:a16="http://schemas.microsoft.com/office/drawing/2014/main" id="{06512CEE-A00C-F548-C210-95405D1635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D2EF9F34-BFAD-251E-F43A-E56ACE2E665C}"/>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1191435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9C085D-C9F9-0CDE-5896-3351FE4DB736}"/>
              </a:ext>
            </a:extLst>
          </p:cNvPr>
          <p:cNvSpPr>
            <a:spLocks noGrp="1"/>
          </p:cNvSpPr>
          <p:nvPr>
            <p:ph type="title"/>
          </p:nvPr>
        </p:nvSpPr>
        <p:spPr>
          <a:xfrm>
            <a:off x="1371600" y="685800"/>
            <a:ext cx="9601200" cy="1485900"/>
          </a:xfrm>
        </p:spPr>
        <p:txBody>
          <a:bodyPr>
            <a:normAutofit/>
          </a:bodyPr>
          <a:lstStyle/>
          <a:p>
            <a:r>
              <a:rPr lang="en-US"/>
              <a:t>Global Rise of K-pop</a:t>
            </a:r>
          </a:p>
        </p:txBody>
      </p:sp>
      <p:pic>
        <p:nvPicPr>
          <p:cNvPr id="3" name="Graphic 2" descr="Vertical logo for Télécom SudParis (white)">
            <a:extLst>
              <a:ext uri="{FF2B5EF4-FFF2-40B4-BE49-F238E27FC236}">
                <a16:creationId xmlns:a16="http://schemas.microsoft.com/office/drawing/2014/main" id="{9E48A56D-A0D3-625D-A5AF-8B641EDB1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4">
            <a:extLst>
              <a:ext uri="{FF2B5EF4-FFF2-40B4-BE49-F238E27FC236}">
                <a16:creationId xmlns:a16="http://schemas.microsoft.com/office/drawing/2014/main" id="{B4F12E42-EBA1-1F86-62E6-66D670D9A325}"/>
              </a:ext>
            </a:extLst>
          </p:cNvPr>
          <p:cNvGraphicFramePr>
            <a:graphicFrameLocks noGrp="1"/>
          </p:cNvGraphicFramePr>
          <p:nvPr>
            <p:ph idx="1"/>
            <p:extLst>
              <p:ext uri="{D42A27DB-BD31-4B8C-83A1-F6EECF244321}">
                <p14:modId xmlns:p14="http://schemas.microsoft.com/office/powerpoint/2010/main" val="1296162150"/>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Slide Number Placeholder 1">
            <a:extLst>
              <a:ext uri="{FF2B5EF4-FFF2-40B4-BE49-F238E27FC236}">
                <a16:creationId xmlns:a16="http://schemas.microsoft.com/office/drawing/2014/main" id="{D85F17C7-0F68-C6FA-7F51-82CB9C0B5B54}"/>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3229357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53F0D-4C52-3EC1-DCE1-D7D904CC0F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D4C63D-DF66-E2D6-9527-2F81D25F20C7}"/>
              </a:ext>
            </a:extLst>
          </p:cNvPr>
          <p:cNvSpPr>
            <a:spLocks noGrp="1"/>
          </p:cNvSpPr>
          <p:nvPr>
            <p:ph type="title"/>
          </p:nvPr>
        </p:nvSpPr>
        <p:spPr/>
        <p:txBody>
          <a:bodyPr/>
          <a:lstStyle/>
          <a:p>
            <a:r>
              <a:rPr lang="en-US"/>
              <a:t>Why Study Code-Switching in K-pop?</a:t>
            </a:r>
          </a:p>
        </p:txBody>
      </p:sp>
      <p:sp>
        <p:nvSpPr>
          <p:cNvPr id="5" name="Content Placeholder 4">
            <a:extLst>
              <a:ext uri="{FF2B5EF4-FFF2-40B4-BE49-F238E27FC236}">
                <a16:creationId xmlns:a16="http://schemas.microsoft.com/office/drawing/2014/main" id="{3F375BA4-2FD9-3A8A-C3FF-69C8C32270D8}"/>
              </a:ext>
            </a:extLst>
          </p:cNvPr>
          <p:cNvSpPr>
            <a:spLocks noGrp="1"/>
          </p:cNvSpPr>
          <p:nvPr>
            <p:ph idx="1"/>
          </p:nvPr>
        </p:nvSpPr>
        <p:spPr/>
        <p:txBody>
          <a:bodyPr vert="horz" lIns="91440" tIns="45720" rIns="91440" bIns="45720" rtlCol="0" anchor="t">
            <a:normAutofit/>
          </a:bodyPr>
          <a:lstStyle/>
          <a:p>
            <a:pPr marL="383540" indent="-383540"/>
            <a:r>
              <a:rPr lang="en-US"/>
              <a:t>English–Korean code switching has become a norm, not an exception.</a:t>
            </a:r>
          </a:p>
          <a:p>
            <a:pPr lvl="1" indent="-383540"/>
            <a:r>
              <a:rPr lang="en-US">
                <a:ea typeface="+mn-lt"/>
                <a:cs typeface="+mn-lt"/>
              </a:rPr>
              <a:t>Frequent code-switch events (≈17–25 per song depending on groups/solo acts)</a:t>
            </a:r>
            <a:endParaRPr lang="en-US" i="0"/>
          </a:p>
          <a:p>
            <a:pPr marL="383540" indent="-383540"/>
            <a:r>
              <a:rPr lang="en-US"/>
              <a:t>Lack of </a:t>
            </a:r>
            <a:r>
              <a:rPr lang="en-US" b="1"/>
              <a:t>computational </a:t>
            </a:r>
            <a:r>
              <a:rPr lang="en-US"/>
              <a:t>analysis of this phenomenon.</a:t>
            </a:r>
          </a:p>
          <a:p>
            <a:pPr marL="383540" indent="-383540"/>
            <a:r>
              <a:rPr lang="en-US" b="1"/>
              <a:t>Research questions:</a:t>
            </a:r>
          </a:p>
          <a:p>
            <a:pPr lvl="1" indent="-383540"/>
            <a:r>
              <a:rPr lang="en-US"/>
              <a:t>Do male vs. female performers differ in English/Korean usage?</a:t>
            </a:r>
          </a:p>
          <a:p>
            <a:pPr lvl="1" indent="-383540"/>
            <a:r>
              <a:rPr lang="en-US"/>
              <a:t>Does code-switching differ by gender or chart type?</a:t>
            </a:r>
          </a:p>
          <a:p>
            <a:pPr lvl="1" indent="-383540"/>
            <a:r>
              <a:rPr lang="en-US"/>
              <a:t>Can performer gender be predicted purely from lyrics?</a:t>
            </a:r>
          </a:p>
        </p:txBody>
      </p:sp>
      <p:pic>
        <p:nvPicPr>
          <p:cNvPr id="3" name="Graphic 2" descr="Vertical logo for Télécom SudParis (white)">
            <a:extLst>
              <a:ext uri="{FF2B5EF4-FFF2-40B4-BE49-F238E27FC236}">
                <a16:creationId xmlns:a16="http://schemas.microsoft.com/office/drawing/2014/main" id="{97FE6EFA-C16D-2AEE-F70F-E5217FECF1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1CA607E6-D4FB-721A-0F45-98DB0E396298}"/>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3897084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7EF9B-0F0E-EA9C-4584-1755BB12AA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CDF00F-4729-4A88-532C-8F6B4BBF0E86}"/>
              </a:ext>
            </a:extLst>
          </p:cNvPr>
          <p:cNvSpPr>
            <a:spLocks noGrp="1"/>
          </p:cNvSpPr>
          <p:nvPr>
            <p:ph type="title"/>
          </p:nvPr>
        </p:nvSpPr>
        <p:spPr/>
        <p:txBody>
          <a:bodyPr/>
          <a:lstStyle/>
          <a:p>
            <a:r>
              <a:rPr lang="en-US"/>
              <a:t>Code Switching vs Code Mixing</a:t>
            </a:r>
          </a:p>
        </p:txBody>
      </p:sp>
      <p:sp>
        <p:nvSpPr>
          <p:cNvPr id="5" name="Text Placeholder 4">
            <a:extLst>
              <a:ext uri="{FF2B5EF4-FFF2-40B4-BE49-F238E27FC236}">
                <a16:creationId xmlns:a16="http://schemas.microsoft.com/office/drawing/2014/main" id="{E29838E1-3F5E-5832-4933-548C5B7FC07E}"/>
              </a:ext>
            </a:extLst>
          </p:cNvPr>
          <p:cNvSpPr>
            <a:spLocks noGrp="1"/>
          </p:cNvSpPr>
          <p:nvPr>
            <p:ph type="body" idx="1"/>
          </p:nvPr>
        </p:nvSpPr>
        <p:spPr/>
        <p:txBody>
          <a:bodyPr/>
          <a:lstStyle/>
          <a:p>
            <a:endParaRPr lang="en-US"/>
          </a:p>
        </p:txBody>
      </p:sp>
      <p:pic>
        <p:nvPicPr>
          <p:cNvPr id="3" name="Graphic 2" descr="Vertical logo for Télécom SudParis (white)">
            <a:extLst>
              <a:ext uri="{FF2B5EF4-FFF2-40B4-BE49-F238E27FC236}">
                <a16:creationId xmlns:a16="http://schemas.microsoft.com/office/drawing/2014/main" id="{7CCA9BF7-62A5-904B-C1BC-30C0959A3A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D0D2EAD3-A604-DB8E-FC78-A02A2E90C4F1}"/>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3002045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555483-1180-5B43-3B39-BF7A8209BD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56CEA5-2190-2247-98BF-1C3461C918D6}"/>
              </a:ext>
            </a:extLst>
          </p:cNvPr>
          <p:cNvSpPr>
            <a:spLocks noGrp="1"/>
          </p:cNvSpPr>
          <p:nvPr>
            <p:ph type="title"/>
          </p:nvPr>
        </p:nvSpPr>
        <p:spPr>
          <a:xfrm>
            <a:off x="1371600" y="685800"/>
            <a:ext cx="9601200" cy="1485900"/>
          </a:xfrm>
        </p:spPr>
        <p:txBody>
          <a:bodyPr>
            <a:normAutofit/>
          </a:bodyPr>
          <a:lstStyle/>
          <a:p>
            <a:r>
              <a:rPr lang="en-US"/>
              <a:t>Definitions</a:t>
            </a:r>
          </a:p>
        </p:txBody>
      </p:sp>
      <p:pic>
        <p:nvPicPr>
          <p:cNvPr id="3" name="Graphic 2" descr="Vertical logo for Télécom SudParis (white)">
            <a:extLst>
              <a:ext uri="{FF2B5EF4-FFF2-40B4-BE49-F238E27FC236}">
                <a16:creationId xmlns:a16="http://schemas.microsoft.com/office/drawing/2014/main" id="{3B272A39-F2D3-0F37-BB66-5B00EB22AA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4">
            <a:extLst>
              <a:ext uri="{FF2B5EF4-FFF2-40B4-BE49-F238E27FC236}">
                <a16:creationId xmlns:a16="http://schemas.microsoft.com/office/drawing/2014/main" id="{D38373EC-8139-B31C-39AA-C3D61A7E02D8}"/>
              </a:ext>
            </a:extLst>
          </p:cNvPr>
          <p:cNvGraphicFramePr>
            <a:graphicFrameLocks noGrp="1"/>
          </p:cNvGraphicFramePr>
          <p:nvPr>
            <p:ph idx="1"/>
            <p:extLst>
              <p:ext uri="{D42A27DB-BD31-4B8C-83A1-F6EECF244321}">
                <p14:modId xmlns:p14="http://schemas.microsoft.com/office/powerpoint/2010/main" val="2919793308"/>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Slide Number Placeholder 1">
            <a:extLst>
              <a:ext uri="{FF2B5EF4-FFF2-40B4-BE49-F238E27FC236}">
                <a16:creationId xmlns:a16="http://schemas.microsoft.com/office/drawing/2014/main" id="{4283235C-6710-B3E0-0094-A8160A45A577}"/>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2175178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26E1-DF98-8963-5AFD-19C70BF6F258}"/>
              </a:ext>
            </a:extLst>
          </p:cNvPr>
          <p:cNvSpPr>
            <a:spLocks noGrp="1"/>
          </p:cNvSpPr>
          <p:nvPr>
            <p:ph type="title"/>
          </p:nvPr>
        </p:nvSpPr>
        <p:spPr/>
        <p:txBody>
          <a:bodyPr/>
          <a:lstStyle/>
          <a:p>
            <a:r>
              <a:rPr lang="en-US"/>
              <a:t>Example</a:t>
            </a:r>
          </a:p>
        </p:txBody>
      </p:sp>
      <p:pic>
        <p:nvPicPr>
          <p:cNvPr id="5" name="Graphic 4" descr="Vertical logo for Télécom SudParis (white)">
            <a:extLst>
              <a:ext uri="{FF2B5EF4-FFF2-40B4-BE49-F238E27FC236}">
                <a16:creationId xmlns:a16="http://schemas.microsoft.com/office/drawing/2014/main" id="{BA8FED35-9D35-7C04-75E4-38A1ECC860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pic>
        <p:nvPicPr>
          <p:cNvPr id="6" name="Picture 5" descr="A black background with orange and blue text&#10;&#10;AI-generated content may be incorrect.">
            <a:extLst>
              <a:ext uri="{FF2B5EF4-FFF2-40B4-BE49-F238E27FC236}">
                <a16:creationId xmlns:a16="http://schemas.microsoft.com/office/drawing/2014/main" id="{F9C0EAB9-0BBD-E47F-2FA4-1B5C8CA16A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8190" y="1428750"/>
            <a:ext cx="7772400" cy="5181600"/>
          </a:xfrm>
          <a:prstGeom prst="rect">
            <a:avLst/>
          </a:prstGeom>
        </p:spPr>
      </p:pic>
      <p:sp>
        <p:nvSpPr>
          <p:cNvPr id="3" name="Slide Number Placeholder 2">
            <a:extLst>
              <a:ext uri="{FF2B5EF4-FFF2-40B4-BE49-F238E27FC236}">
                <a16:creationId xmlns:a16="http://schemas.microsoft.com/office/drawing/2014/main" id="{E8EB2F78-ABC0-8A11-FC04-A5E80F52E6AF}"/>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1590522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DE92-FA54-D55E-2155-DAB08BB4D6A0}"/>
              </a:ext>
            </a:extLst>
          </p:cNvPr>
          <p:cNvSpPr>
            <a:spLocks noGrp="1"/>
          </p:cNvSpPr>
          <p:nvPr>
            <p:ph type="title"/>
          </p:nvPr>
        </p:nvSpPr>
        <p:spPr>
          <a:xfrm>
            <a:off x="1371600" y="685800"/>
            <a:ext cx="9601200" cy="1485900"/>
          </a:xfrm>
        </p:spPr>
        <p:txBody>
          <a:bodyPr>
            <a:normAutofit/>
          </a:bodyPr>
          <a:lstStyle/>
          <a:p>
            <a:r>
              <a:rPr lang="en-US"/>
              <a:t>Why CS Matters for K-pop</a:t>
            </a:r>
          </a:p>
        </p:txBody>
      </p:sp>
      <p:pic>
        <p:nvPicPr>
          <p:cNvPr id="5" name="Graphic 4" descr="Vertical logo for Télécom SudParis (white)">
            <a:extLst>
              <a:ext uri="{FF2B5EF4-FFF2-40B4-BE49-F238E27FC236}">
                <a16:creationId xmlns:a16="http://schemas.microsoft.com/office/drawing/2014/main" id="{E182CD1C-F0D4-30F7-A9CF-DC95DF567B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21E340D9-36AE-EB07-640D-8B8A5CBC77B9}"/>
              </a:ext>
            </a:extLst>
          </p:cNvPr>
          <p:cNvGraphicFramePr>
            <a:graphicFrameLocks noGrp="1"/>
          </p:cNvGraphicFramePr>
          <p:nvPr>
            <p:ph idx="1"/>
            <p:extLst>
              <p:ext uri="{D42A27DB-BD31-4B8C-83A1-F6EECF244321}">
                <p14:modId xmlns:p14="http://schemas.microsoft.com/office/powerpoint/2010/main" val="3537809541"/>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05E8D77D-4B47-7F3B-4460-2C4729F749A4}"/>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3339156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EA76A-5095-3122-122B-D1646129C1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47AE04-03C5-A5C4-72C0-76D2DB07DAFC}"/>
              </a:ext>
            </a:extLst>
          </p:cNvPr>
          <p:cNvSpPr>
            <a:spLocks noGrp="1"/>
          </p:cNvSpPr>
          <p:nvPr>
            <p:ph type="title"/>
          </p:nvPr>
        </p:nvSpPr>
        <p:spPr/>
        <p:txBody>
          <a:bodyPr/>
          <a:lstStyle/>
          <a:p>
            <a:r>
              <a:rPr lang="en-US"/>
              <a:t>Data Collection</a:t>
            </a:r>
          </a:p>
        </p:txBody>
      </p:sp>
      <p:sp>
        <p:nvSpPr>
          <p:cNvPr id="5" name="Text Placeholder 4">
            <a:extLst>
              <a:ext uri="{FF2B5EF4-FFF2-40B4-BE49-F238E27FC236}">
                <a16:creationId xmlns:a16="http://schemas.microsoft.com/office/drawing/2014/main" id="{32ABA89F-7E00-A514-FB94-32A582F684E6}"/>
              </a:ext>
            </a:extLst>
          </p:cNvPr>
          <p:cNvSpPr>
            <a:spLocks noGrp="1"/>
          </p:cNvSpPr>
          <p:nvPr>
            <p:ph type="body" idx="1"/>
          </p:nvPr>
        </p:nvSpPr>
        <p:spPr/>
        <p:txBody>
          <a:bodyPr/>
          <a:lstStyle/>
          <a:p>
            <a:endParaRPr lang="en-US"/>
          </a:p>
        </p:txBody>
      </p:sp>
      <p:pic>
        <p:nvPicPr>
          <p:cNvPr id="3" name="Graphic 2" descr="Vertical logo for Télécom SudParis (white)">
            <a:extLst>
              <a:ext uri="{FF2B5EF4-FFF2-40B4-BE49-F238E27FC236}">
                <a16:creationId xmlns:a16="http://schemas.microsoft.com/office/drawing/2014/main" id="{CE95E9A0-B990-2AED-EBCE-EC1B812D7D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E2D1DA3F-707E-6971-FADC-CCB565B8543B}"/>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1660241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38DA0DF-654B-4DFE-89A5-C1DEEF040E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C05763-B4DF-188D-7726-8152A3718CE8}"/>
              </a:ext>
            </a:extLst>
          </p:cNvPr>
          <p:cNvSpPr>
            <a:spLocks noGrp="1"/>
          </p:cNvSpPr>
          <p:nvPr>
            <p:ph type="title"/>
          </p:nvPr>
        </p:nvSpPr>
        <p:spPr>
          <a:xfrm>
            <a:off x="1371600" y="685800"/>
            <a:ext cx="9601200" cy="1485900"/>
          </a:xfrm>
        </p:spPr>
        <p:txBody>
          <a:bodyPr>
            <a:normAutofit/>
          </a:bodyPr>
          <a:lstStyle/>
          <a:p>
            <a:r>
              <a:rPr lang="en-US"/>
              <a:t>Artist &amp; Song Selection</a:t>
            </a:r>
          </a:p>
        </p:txBody>
      </p:sp>
      <p:pic>
        <p:nvPicPr>
          <p:cNvPr id="3" name="Graphic 2" descr="Vertical logo for Télécom SudParis (white)">
            <a:extLst>
              <a:ext uri="{FF2B5EF4-FFF2-40B4-BE49-F238E27FC236}">
                <a16:creationId xmlns:a16="http://schemas.microsoft.com/office/drawing/2014/main" id="{CAEA0938-D623-0102-8935-E3FDB1CE2E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4">
            <a:extLst>
              <a:ext uri="{FF2B5EF4-FFF2-40B4-BE49-F238E27FC236}">
                <a16:creationId xmlns:a16="http://schemas.microsoft.com/office/drawing/2014/main" id="{E0A8D644-12BD-03FE-989F-2C0D4E83E72B}"/>
              </a:ext>
            </a:extLst>
          </p:cNvPr>
          <p:cNvGraphicFramePr>
            <a:graphicFrameLocks noGrp="1"/>
          </p:cNvGraphicFramePr>
          <p:nvPr>
            <p:ph idx="1"/>
            <p:extLst>
              <p:ext uri="{D42A27DB-BD31-4B8C-83A1-F6EECF244321}">
                <p14:modId xmlns:p14="http://schemas.microsoft.com/office/powerpoint/2010/main" val="1748135320"/>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Slide Number Placeholder 1">
            <a:extLst>
              <a:ext uri="{FF2B5EF4-FFF2-40B4-BE49-F238E27FC236}">
                <a16:creationId xmlns:a16="http://schemas.microsoft.com/office/drawing/2014/main" id="{11F989C8-A18E-00D2-E7EE-A969333735F4}"/>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2629560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34321-F087-E015-9D07-791B40CAFE2A}"/>
              </a:ext>
            </a:extLst>
          </p:cNvPr>
          <p:cNvSpPr>
            <a:spLocks noGrp="1"/>
          </p:cNvSpPr>
          <p:nvPr>
            <p:ph type="title"/>
          </p:nvPr>
        </p:nvSpPr>
        <p:spPr>
          <a:xfrm>
            <a:off x="1371600" y="685800"/>
            <a:ext cx="9601200" cy="1485900"/>
          </a:xfrm>
        </p:spPr>
        <p:txBody>
          <a:bodyPr>
            <a:normAutofit/>
          </a:bodyPr>
          <a:lstStyle/>
          <a:p>
            <a:r>
              <a:rPr lang="en-US"/>
              <a:t>Dataset Construction</a:t>
            </a:r>
          </a:p>
        </p:txBody>
      </p:sp>
      <p:pic>
        <p:nvPicPr>
          <p:cNvPr id="5" name="Graphic 4" descr="Vertical logo for Télécom SudParis (white)">
            <a:extLst>
              <a:ext uri="{FF2B5EF4-FFF2-40B4-BE49-F238E27FC236}">
                <a16:creationId xmlns:a16="http://schemas.microsoft.com/office/drawing/2014/main" id="{FE3401F0-96B3-A30E-AFDA-CC6CAC60B1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E167BB61-8ED0-CAF1-0A89-BFFF6408A51E}"/>
              </a:ext>
            </a:extLst>
          </p:cNvPr>
          <p:cNvGraphicFramePr>
            <a:graphicFrameLocks noGrp="1"/>
          </p:cNvGraphicFramePr>
          <p:nvPr>
            <p:ph idx="1"/>
            <p:extLst>
              <p:ext uri="{D42A27DB-BD31-4B8C-83A1-F6EECF244321}">
                <p14:modId xmlns:p14="http://schemas.microsoft.com/office/powerpoint/2010/main" val="3473551206"/>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8D3A400B-9FCB-FAFF-B8DA-95ECB1434339}"/>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331432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1665A6-74DB-4F44-A6EF-F01205E87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7541C4-EE2A-E5F8-A629-3D080F821630}"/>
              </a:ext>
            </a:extLst>
          </p:cNvPr>
          <p:cNvSpPr>
            <a:spLocks noGrp="1"/>
          </p:cNvSpPr>
          <p:nvPr>
            <p:ph type="title"/>
          </p:nvPr>
        </p:nvSpPr>
        <p:spPr>
          <a:xfrm>
            <a:off x="643467" y="685800"/>
            <a:ext cx="10905066" cy="1485900"/>
          </a:xfrm>
          <a:noFill/>
        </p:spPr>
        <p:txBody>
          <a:bodyPr>
            <a:normAutofit/>
          </a:bodyPr>
          <a:lstStyle/>
          <a:p>
            <a:pPr algn="ctr"/>
            <a:r>
              <a:rPr lang="en-US"/>
              <a:t>Dataset Stats</a:t>
            </a:r>
          </a:p>
        </p:txBody>
      </p:sp>
      <p:pic>
        <p:nvPicPr>
          <p:cNvPr id="5" name="Graphic 4" descr="Vertical logo for Télécom SudParis (white)">
            <a:extLst>
              <a:ext uri="{FF2B5EF4-FFF2-40B4-BE49-F238E27FC236}">
                <a16:creationId xmlns:a16="http://schemas.microsoft.com/office/drawing/2014/main" id="{DC6A1F75-F84A-1EE7-76F6-05307DA981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84D3B3C7-B01A-FED1-ABE8-EA99D172FD32}"/>
              </a:ext>
            </a:extLst>
          </p:cNvPr>
          <p:cNvGraphicFramePr>
            <a:graphicFrameLocks noGrp="1"/>
          </p:cNvGraphicFramePr>
          <p:nvPr>
            <p:ph idx="1"/>
            <p:extLst>
              <p:ext uri="{D42A27DB-BD31-4B8C-83A1-F6EECF244321}">
                <p14:modId xmlns:p14="http://schemas.microsoft.com/office/powerpoint/2010/main" val="1284903943"/>
              </p:ext>
            </p:extLst>
          </p:nvPr>
        </p:nvGraphicFramePr>
        <p:xfrm>
          <a:off x="1122972" y="2286000"/>
          <a:ext cx="9946056"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426A4C5E-C974-20B6-813F-8AB23CD11B75}"/>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3191327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2EE7-B004-38DF-4298-9DCCD624E3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8FAE2D-655E-D497-DADF-C4805C718A8A}"/>
              </a:ext>
            </a:extLst>
          </p:cNvPr>
          <p:cNvSpPr>
            <a:spLocks noGrp="1"/>
          </p:cNvSpPr>
          <p:nvPr>
            <p:ph type="title"/>
          </p:nvPr>
        </p:nvSpPr>
        <p:spPr/>
        <p:txBody>
          <a:bodyPr/>
          <a:lstStyle/>
          <a:p>
            <a:r>
              <a:rPr lang="en-US"/>
              <a:t>Statistical Tests</a:t>
            </a:r>
          </a:p>
        </p:txBody>
      </p:sp>
      <p:sp>
        <p:nvSpPr>
          <p:cNvPr id="5" name="Text Placeholder 4">
            <a:extLst>
              <a:ext uri="{FF2B5EF4-FFF2-40B4-BE49-F238E27FC236}">
                <a16:creationId xmlns:a16="http://schemas.microsoft.com/office/drawing/2014/main" id="{17E7C024-7C34-126D-6FBF-42EF27231120}"/>
              </a:ext>
            </a:extLst>
          </p:cNvPr>
          <p:cNvSpPr>
            <a:spLocks noGrp="1"/>
          </p:cNvSpPr>
          <p:nvPr>
            <p:ph type="body" idx="1"/>
          </p:nvPr>
        </p:nvSpPr>
        <p:spPr/>
        <p:txBody>
          <a:bodyPr/>
          <a:lstStyle/>
          <a:p>
            <a:endParaRPr lang="en-US"/>
          </a:p>
        </p:txBody>
      </p:sp>
      <p:pic>
        <p:nvPicPr>
          <p:cNvPr id="3" name="Graphic 2" descr="Vertical logo for Télécom SudParis (white)">
            <a:extLst>
              <a:ext uri="{FF2B5EF4-FFF2-40B4-BE49-F238E27FC236}">
                <a16:creationId xmlns:a16="http://schemas.microsoft.com/office/drawing/2014/main" id="{E6FDCF4A-6C89-213B-5B29-E8DF8725B6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87F60B70-A1D5-34EE-99AA-DF82912139CD}"/>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1764161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F1CE900-71C4-6ED7-6B05-29CAC3D7720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1665A6-74DB-4F44-A6EF-F01205E87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9C1F0D4-5C8E-6D6B-AE51-AAD37922F337}"/>
              </a:ext>
            </a:extLst>
          </p:cNvPr>
          <p:cNvSpPr>
            <a:spLocks noGrp="1"/>
          </p:cNvSpPr>
          <p:nvPr>
            <p:ph type="title"/>
          </p:nvPr>
        </p:nvSpPr>
        <p:spPr>
          <a:xfrm>
            <a:off x="643467" y="685800"/>
            <a:ext cx="10905066" cy="1485900"/>
          </a:xfrm>
          <a:noFill/>
        </p:spPr>
        <p:txBody>
          <a:bodyPr>
            <a:normAutofit/>
          </a:bodyPr>
          <a:lstStyle/>
          <a:p>
            <a:pPr algn="ctr"/>
            <a:r>
              <a:rPr lang="en-US"/>
              <a:t>Feature Engineering for classification</a:t>
            </a:r>
          </a:p>
        </p:txBody>
      </p:sp>
      <p:pic>
        <p:nvPicPr>
          <p:cNvPr id="3" name="Graphic 2" descr="Vertical logo for Télécom SudParis (white)">
            <a:extLst>
              <a:ext uri="{FF2B5EF4-FFF2-40B4-BE49-F238E27FC236}">
                <a16:creationId xmlns:a16="http://schemas.microsoft.com/office/drawing/2014/main" id="{43E13D64-4F3A-EB1F-7D55-C666AD8570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4">
            <a:extLst>
              <a:ext uri="{FF2B5EF4-FFF2-40B4-BE49-F238E27FC236}">
                <a16:creationId xmlns:a16="http://schemas.microsoft.com/office/drawing/2014/main" id="{7F0C6234-1BE6-E0DC-2227-6DCE47D7B822}"/>
              </a:ext>
            </a:extLst>
          </p:cNvPr>
          <p:cNvGraphicFramePr>
            <a:graphicFrameLocks noGrp="1"/>
          </p:cNvGraphicFramePr>
          <p:nvPr>
            <p:ph idx="1"/>
            <p:extLst>
              <p:ext uri="{D42A27DB-BD31-4B8C-83A1-F6EECF244321}">
                <p14:modId xmlns:p14="http://schemas.microsoft.com/office/powerpoint/2010/main" val="37283490"/>
              </p:ext>
            </p:extLst>
          </p:nvPr>
        </p:nvGraphicFramePr>
        <p:xfrm>
          <a:off x="1122972" y="2286000"/>
          <a:ext cx="9946056"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Slide Number Placeholder 1">
            <a:extLst>
              <a:ext uri="{FF2B5EF4-FFF2-40B4-BE49-F238E27FC236}">
                <a16:creationId xmlns:a16="http://schemas.microsoft.com/office/drawing/2014/main" id="{C078BCD8-7C1D-A82F-1155-2E817349130D}"/>
              </a:ext>
            </a:extLst>
          </p:cNvPr>
          <p:cNvSpPr>
            <a:spLocks noGrp="1"/>
          </p:cNvSpPr>
          <p:nvPr>
            <p:ph type="sldNum" sz="quarter" idx="12"/>
          </p:nvPr>
        </p:nvSpPr>
        <p:spPr/>
        <p:txBody>
          <a:bodyPr/>
          <a:lstStyle/>
          <a:p>
            <a:fld id="{330EA680-D336-4FF7-8B7A-9848BB0A1C32}" type="slidenum">
              <a:rPr lang="en-US" smtClean="0"/>
              <a:t>18</a:t>
            </a:fld>
            <a:endParaRPr lang="en-US"/>
          </a:p>
        </p:txBody>
      </p:sp>
    </p:spTree>
    <p:extLst>
      <p:ext uri="{BB962C8B-B14F-4D97-AF65-F5344CB8AC3E}">
        <p14:creationId xmlns:p14="http://schemas.microsoft.com/office/powerpoint/2010/main" val="2412266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93B65-937D-7E50-96B6-4660C220A3E6}"/>
              </a:ext>
            </a:extLst>
          </p:cNvPr>
          <p:cNvSpPr>
            <a:spLocks noGrp="1"/>
          </p:cNvSpPr>
          <p:nvPr>
            <p:ph type="title"/>
          </p:nvPr>
        </p:nvSpPr>
        <p:spPr>
          <a:xfrm>
            <a:off x="1371600" y="685800"/>
            <a:ext cx="9601200" cy="1485900"/>
          </a:xfrm>
        </p:spPr>
        <p:txBody>
          <a:bodyPr>
            <a:normAutofit/>
          </a:bodyPr>
          <a:lstStyle/>
          <a:p>
            <a:r>
              <a:rPr lang="en-US"/>
              <a:t>Statistical Methods</a:t>
            </a:r>
          </a:p>
        </p:txBody>
      </p:sp>
      <p:pic>
        <p:nvPicPr>
          <p:cNvPr id="5" name="Graphic 4" descr="Vertical logo for Télécom SudParis (white)">
            <a:extLst>
              <a:ext uri="{FF2B5EF4-FFF2-40B4-BE49-F238E27FC236}">
                <a16:creationId xmlns:a16="http://schemas.microsoft.com/office/drawing/2014/main" id="{42F4C6F2-3FA0-11C3-5A1A-CEFEBF142E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99CD4714-85CD-4000-3A3A-B28112390BE7}"/>
              </a:ext>
            </a:extLst>
          </p:cNvPr>
          <p:cNvGraphicFramePr>
            <a:graphicFrameLocks noGrp="1"/>
          </p:cNvGraphicFramePr>
          <p:nvPr>
            <p:ph idx="1"/>
            <p:extLst>
              <p:ext uri="{D42A27DB-BD31-4B8C-83A1-F6EECF244321}">
                <p14:modId xmlns:p14="http://schemas.microsoft.com/office/powerpoint/2010/main" val="2136154596"/>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3AA996CD-AC3A-1272-1DD0-5E337BFCC738}"/>
              </a:ext>
            </a:extLst>
          </p:cNvPr>
          <p:cNvSpPr>
            <a:spLocks noGrp="1"/>
          </p:cNvSpPr>
          <p:nvPr>
            <p:ph type="sldNum" sz="quarter" idx="12"/>
          </p:nvPr>
        </p:nvSpPr>
        <p:spPr/>
        <p:txBody>
          <a:bodyPr/>
          <a:lstStyle/>
          <a:p>
            <a:fld id="{330EA680-D336-4FF7-8B7A-9848BB0A1C32}" type="slidenum">
              <a:rPr lang="en-US" smtClean="0"/>
              <a:t>19</a:t>
            </a:fld>
            <a:endParaRPr lang="en-US"/>
          </a:p>
        </p:txBody>
      </p:sp>
    </p:spTree>
    <p:extLst>
      <p:ext uri="{BB962C8B-B14F-4D97-AF65-F5344CB8AC3E}">
        <p14:creationId xmlns:p14="http://schemas.microsoft.com/office/powerpoint/2010/main" val="939573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AC75-7A28-9290-B841-9D9D6AC521B1}"/>
              </a:ext>
            </a:extLst>
          </p:cNvPr>
          <p:cNvSpPr>
            <a:spLocks noGrp="1"/>
          </p:cNvSpPr>
          <p:nvPr>
            <p:ph type="title"/>
          </p:nvPr>
        </p:nvSpPr>
        <p:spPr/>
        <p:txBody>
          <a:bodyPr/>
          <a:lstStyle/>
          <a:p>
            <a:r>
              <a:rPr lang="en-US"/>
              <a:t>Key Hypotheses</a:t>
            </a:r>
          </a:p>
        </p:txBody>
      </p:sp>
      <p:sp>
        <p:nvSpPr>
          <p:cNvPr id="3" name="Content Placeholder 2">
            <a:extLst>
              <a:ext uri="{FF2B5EF4-FFF2-40B4-BE49-F238E27FC236}">
                <a16:creationId xmlns:a16="http://schemas.microsoft.com/office/drawing/2014/main" id="{4B34943B-42C5-A6FD-03DB-08096E31CB00}"/>
              </a:ext>
            </a:extLst>
          </p:cNvPr>
          <p:cNvSpPr>
            <a:spLocks noGrp="1"/>
          </p:cNvSpPr>
          <p:nvPr>
            <p:ph idx="1"/>
          </p:nvPr>
        </p:nvSpPr>
        <p:spPr/>
        <p:txBody>
          <a:bodyPr/>
          <a:lstStyle/>
          <a:p>
            <a:pPr marL="514350" indent="-514350">
              <a:buFont typeface="+mj-lt"/>
              <a:buAutoNum type="arabicPeriod"/>
            </a:pPr>
            <a:r>
              <a:rPr lang="en-US"/>
              <a:t>Boy vs. Girl Groups → English/Korean ratio differences?</a:t>
            </a:r>
          </a:p>
          <a:p>
            <a:pPr marL="514350" indent="-514350">
              <a:buFont typeface="+mj-lt"/>
              <a:buAutoNum type="arabicPeriod"/>
            </a:pPr>
            <a:r>
              <a:rPr lang="en-US"/>
              <a:t>Gender differences in number of code-switches?</a:t>
            </a:r>
          </a:p>
          <a:p>
            <a:pPr marL="514350" indent="-514350">
              <a:buFont typeface="+mj-lt"/>
              <a:buAutoNum type="arabicPeriod"/>
            </a:pPr>
            <a:r>
              <a:rPr lang="en-US"/>
              <a:t>Soloists vs groups?</a:t>
            </a:r>
          </a:p>
          <a:p>
            <a:pPr marL="514350" indent="-514350">
              <a:buFont typeface="+mj-lt"/>
              <a:buAutoNum type="arabicPeriod"/>
            </a:pPr>
            <a:r>
              <a:rPr lang="en-US"/>
              <a:t>Hot 100 vs Global 200 linguistic differences?</a:t>
            </a:r>
          </a:p>
        </p:txBody>
      </p:sp>
      <p:pic>
        <p:nvPicPr>
          <p:cNvPr id="5" name="Graphic 4" descr="Vertical logo for Télécom SudParis (white)">
            <a:extLst>
              <a:ext uri="{FF2B5EF4-FFF2-40B4-BE49-F238E27FC236}">
                <a16:creationId xmlns:a16="http://schemas.microsoft.com/office/drawing/2014/main" id="{D7FEF55D-E129-16C6-775F-8F129C3E93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4" name="Slide Number Placeholder 3">
            <a:extLst>
              <a:ext uri="{FF2B5EF4-FFF2-40B4-BE49-F238E27FC236}">
                <a16:creationId xmlns:a16="http://schemas.microsoft.com/office/drawing/2014/main" id="{B46B7182-6ACD-3C58-3BC9-59056D1C1BD7}"/>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2575049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CFEBD-E3D6-9BEF-9DC0-001C32A27C5B}"/>
              </a:ext>
            </a:extLst>
          </p:cNvPr>
          <p:cNvSpPr>
            <a:spLocks noGrp="1"/>
          </p:cNvSpPr>
          <p:nvPr>
            <p:ph type="title"/>
          </p:nvPr>
        </p:nvSpPr>
        <p:spPr/>
        <p:txBody>
          <a:bodyPr/>
          <a:lstStyle/>
          <a:p>
            <a:r>
              <a:rPr lang="en-US"/>
              <a:t>Findings</a:t>
            </a:r>
          </a:p>
        </p:txBody>
      </p:sp>
      <p:sp>
        <p:nvSpPr>
          <p:cNvPr id="3" name="Content Placeholder 2">
            <a:extLst>
              <a:ext uri="{FF2B5EF4-FFF2-40B4-BE49-F238E27FC236}">
                <a16:creationId xmlns:a16="http://schemas.microsoft.com/office/drawing/2014/main" id="{654C6F6C-9080-B5DA-76FE-6E446BF9D4FC}"/>
              </a:ext>
            </a:extLst>
          </p:cNvPr>
          <p:cNvSpPr>
            <a:spLocks noGrp="1"/>
          </p:cNvSpPr>
          <p:nvPr>
            <p:ph type="body" idx="1"/>
          </p:nvPr>
        </p:nvSpPr>
        <p:spPr/>
        <p:txBody>
          <a:bodyPr/>
          <a:lstStyle/>
          <a:p>
            <a:endParaRPr lang="en-US"/>
          </a:p>
        </p:txBody>
      </p:sp>
      <p:pic>
        <p:nvPicPr>
          <p:cNvPr id="5" name="Graphic 4" descr="Vertical logo for Télécom SudParis (white)">
            <a:extLst>
              <a:ext uri="{FF2B5EF4-FFF2-40B4-BE49-F238E27FC236}">
                <a16:creationId xmlns:a16="http://schemas.microsoft.com/office/drawing/2014/main" id="{46D34747-7254-97BB-8F6A-65F844A825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951" y="307077"/>
            <a:ext cx="581025" cy="876300"/>
          </a:xfrm>
          <a:prstGeom prst="rect">
            <a:avLst/>
          </a:prstGeom>
        </p:spPr>
      </p:pic>
      <p:sp>
        <p:nvSpPr>
          <p:cNvPr id="4" name="Slide Number Placeholder 3">
            <a:extLst>
              <a:ext uri="{FF2B5EF4-FFF2-40B4-BE49-F238E27FC236}">
                <a16:creationId xmlns:a16="http://schemas.microsoft.com/office/drawing/2014/main" id="{B353F5F7-7525-5693-BFFF-8010C6F1D413}"/>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644318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69C-A56E-929F-D18E-A25AFC9F1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E3573-9F9F-D5AC-598A-164AF11AD98E}"/>
              </a:ext>
            </a:extLst>
          </p:cNvPr>
          <p:cNvSpPr>
            <a:spLocks noGrp="1"/>
          </p:cNvSpPr>
          <p:nvPr>
            <p:ph type="title"/>
          </p:nvPr>
        </p:nvSpPr>
        <p:spPr/>
        <p:txBody>
          <a:bodyPr/>
          <a:lstStyle/>
          <a:p>
            <a:r>
              <a:rPr lang="en-US"/>
              <a:t>Findings — Classification</a:t>
            </a:r>
          </a:p>
        </p:txBody>
      </p:sp>
      <p:sp>
        <p:nvSpPr>
          <p:cNvPr id="3" name="Content Placeholder 2">
            <a:extLst>
              <a:ext uri="{FF2B5EF4-FFF2-40B4-BE49-F238E27FC236}">
                <a16:creationId xmlns:a16="http://schemas.microsoft.com/office/drawing/2014/main" id="{93E0CC83-89EA-D76E-CDAE-F475685645F4}"/>
              </a:ext>
            </a:extLst>
          </p:cNvPr>
          <p:cNvSpPr>
            <a:spLocks noGrp="1"/>
          </p:cNvSpPr>
          <p:nvPr>
            <p:ph idx="1"/>
          </p:nvPr>
        </p:nvSpPr>
        <p:spPr/>
        <p:txBody>
          <a:bodyPr vert="horz" lIns="91440" tIns="45720" rIns="91440" bIns="45720" rtlCol="0" anchor="t">
            <a:normAutofit/>
          </a:bodyPr>
          <a:lstStyle/>
          <a:p>
            <a:pPr marL="383540" indent="-383540"/>
            <a:r>
              <a:rPr lang="en-US"/>
              <a:t>Boy vs girl groups:</a:t>
            </a:r>
          </a:p>
          <a:p>
            <a:pPr lvl="1" indent="-383540"/>
            <a:r>
              <a:rPr lang="en-US"/>
              <a:t>Hot 100: </a:t>
            </a:r>
            <a:r>
              <a:rPr lang="en-US" i="0">
                <a:ea typeface="+mn-lt"/>
                <a:cs typeface="+mn-lt"/>
              </a:rPr>
              <a:t>76% accuracy and a macro F1-score of 0.76</a:t>
            </a:r>
          </a:p>
          <a:p>
            <a:pPr lvl="1" indent="-383540"/>
            <a:r>
              <a:rPr lang="en-US"/>
              <a:t>Global 200: </a:t>
            </a:r>
            <a:r>
              <a:rPr lang="en-US" i="0">
                <a:ea typeface="+mn-lt"/>
                <a:cs typeface="+mn-lt"/>
              </a:rPr>
              <a:t>72% accuracy and a macro F1-score of 0.71. </a:t>
            </a:r>
          </a:p>
          <a:p>
            <a:pPr marL="383540" indent="-383540"/>
            <a:r>
              <a:rPr lang="en-US"/>
              <a:t>Conclusion</a:t>
            </a:r>
          </a:p>
          <a:p>
            <a:pPr lvl="1" indent="-383540"/>
            <a:r>
              <a:rPr lang="en-US" i="0">
                <a:ea typeface="+mn-lt"/>
                <a:cs typeface="+mn-lt"/>
              </a:rPr>
              <a:t>Although individual linguistic features (such as the Korean lyric ratio) did not yield significant differences across genders, their combination with learned representations allowed models to predict performer gender at a level significantly above chance.</a:t>
            </a:r>
            <a:endParaRPr lang="en-US" i="0"/>
          </a:p>
        </p:txBody>
      </p:sp>
      <p:pic>
        <p:nvPicPr>
          <p:cNvPr id="5" name="Graphic 4" descr="Vertical logo for Télécom SudParis (white)">
            <a:extLst>
              <a:ext uri="{FF2B5EF4-FFF2-40B4-BE49-F238E27FC236}">
                <a16:creationId xmlns:a16="http://schemas.microsoft.com/office/drawing/2014/main" id="{6972F161-6413-6665-EC93-7C0DCA31FD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4" name="Slide Number Placeholder 3">
            <a:extLst>
              <a:ext uri="{FF2B5EF4-FFF2-40B4-BE49-F238E27FC236}">
                <a16:creationId xmlns:a16="http://schemas.microsoft.com/office/drawing/2014/main" id="{5CC0D399-C2E5-E2B1-D901-86064A980F5F}"/>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3102263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4B06-5237-696D-E94B-1B4AB37FD441}"/>
              </a:ext>
            </a:extLst>
          </p:cNvPr>
          <p:cNvSpPr>
            <a:spLocks noGrp="1"/>
          </p:cNvSpPr>
          <p:nvPr>
            <p:ph type="title"/>
          </p:nvPr>
        </p:nvSpPr>
        <p:spPr/>
        <p:txBody>
          <a:bodyPr/>
          <a:lstStyle/>
          <a:p>
            <a:r>
              <a:rPr lang="en-US"/>
              <a:t>Findings — Code-Switching Frequency</a:t>
            </a:r>
          </a:p>
        </p:txBody>
      </p:sp>
      <p:sp>
        <p:nvSpPr>
          <p:cNvPr id="3" name="Content Placeholder 2">
            <a:extLst>
              <a:ext uri="{FF2B5EF4-FFF2-40B4-BE49-F238E27FC236}">
                <a16:creationId xmlns:a16="http://schemas.microsoft.com/office/drawing/2014/main" id="{362F0FE4-C90D-C755-DED9-1EE8549D6C22}"/>
              </a:ext>
            </a:extLst>
          </p:cNvPr>
          <p:cNvSpPr>
            <a:spLocks noGrp="1"/>
          </p:cNvSpPr>
          <p:nvPr>
            <p:ph idx="1"/>
          </p:nvPr>
        </p:nvSpPr>
        <p:spPr/>
        <p:txBody>
          <a:bodyPr/>
          <a:lstStyle/>
          <a:p>
            <a:r>
              <a:rPr lang="en-US"/>
              <a:t>Boy vs girl groups:</a:t>
            </a:r>
          </a:p>
          <a:p>
            <a:pPr lvl="1"/>
            <a:r>
              <a:rPr lang="en-US"/>
              <a:t>Hot 100: 19.05 vs 16.96 switches → NOT significant.</a:t>
            </a:r>
          </a:p>
          <a:p>
            <a:pPr lvl="1"/>
            <a:r>
              <a:rPr lang="en-US"/>
              <a:t>Global 200: 20.57 vs 25.32 → NOT significant.</a:t>
            </a:r>
          </a:p>
          <a:p>
            <a:r>
              <a:rPr lang="en-US"/>
              <a:t>Conclusion: High code-switching across all categories; gender doesn’t matter.</a:t>
            </a:r>
          </a:p>
        </p:txBody>
      </p:sp>
      <p:pic>
        <p:nvPicPr>
          <p:cNvPr id="5" name="Graphic 4" descr="Vertical logo for Télécom SudParis (white)">
            <a:extLst>
              <a:ext uri="{FF2B5EF4-FFF2-40B4-BE49-F238E27FC236}">
                <a16:creationId xmlns:a16="http://schemas.microsoft.com/office/drawing/2014/main" id="{DBC51B00-4A16-4700-CB68-51A7FF3914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4" name="Slide Number Placeholder 3">
            <a:extLst>
              <a:ext uri="{FF2B5EF4-FFF2-40B4-BE49-F238E27FC236}">
                <a16:creationId xmlns:a16="http://schemas.microsoft.com/office/drawing/2014/main" id="{8760CB3B-5030-2437-B47C-B430E9ADE2BD}"/>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2720989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AE3B8-7E3B-E649-F396-92E57A589E34}"/>
              </a:ext>
            </a:extLst>
          </p:cNvPr>
          <p:cNvSpPr>
            <a:spLocks noGrp="1"/>
          </p:cNvSpPr>
          <p:nvPr>
            <p:ph type="title"/>
          </p:nvPr>
        </p:nvSpPr>
        <p:spPr/>
        <p:txBody>
          <a:bodyPr/>
          <a:lstStyle/>
          <a:p>
            <a:r>
              <a:rPr lang="en-US"/>
              <a:t>Findings — Korean vs English Ratio</a:t>
            </a:r>
          </a:p>
        </p:txBody>
      </p:sp>
      <p:sp>
        <p:nvSpPr>
          <p:cNvPr id="3" name="Content Placeholder 2">
            <a:extLst>
              <a:ext uri="{FF2B5EF4-FFF2-40B4-BE49-F238E27FC236}">
                <a16:creationId xmlns:a16="http://schemas.microsoft.com/office/drawing/2014/main" id="{1FD9C87F-E95E-EDFD-91A6-E919FE8BF345}"/>
              </a:ext>
            </a:extLst>
          </p:cNvPr>
          <p:cNvSpPr>
            <a:spLocks noGrp="1"/>
          </p:cNvSpPr>
          <p:nvPr>
            <p:ph idx="1"/>
          </p:nvPr>
        </p:nvSpPr>
        <p:spPr/>
        <p:txBody>
          <a:bodyPr vert="horz" lIns="91440" tIns="45720" rIns="91440" bIns="45720" rtlCol="0" anchor="t">
            <a:normAutofit/>
          </a:bodyPr>
          <a:lstStyle/>
          <a:p>
            <a:pPr marL="383540" indent="-383540"/>
            <a:r>
              <a:rPr lang="en-US"/>
              <a:t>Trend:</a:t>
            </a:r>
          </a:p>
          <a:p>
            <a:pPr lvl="1" indent="-383540"/>
            <a:r>
              <a:rPr lang="en-US"/>
              <a:t>Boy groups use </a:t>
            </a:r>
            <a:r>
              <a:rPr lang="en-US" b="1"/>
              <a:t>slightly </a:t>
            </a:r>
            <a:r>
              <a:rPr lang="en-US"/>
              <a:t>more Korean.</a:t>
            </a:r>
          </a:p>
          <a:p>
            <a:pPr lvl="1" indent="-383540"/>
            <a:r>
              <a:rPr lang="en-US"/>
              <a:t>Girl groups use </a:t>
            </a:r>
            <a:r>
              <a:rPr lang="en-US" b="1"/>
              <a:t>slightly </a:t>
            </a:r>
            <a:r>
              <a:rPr lang="en-US"/>
              <a:t>more English.</a:t>
            </a:r>
          </a:p>
          <a:p>
            <a:pPr marL="383540" indent="-383540"/>
            <a:r>
              <a:rPr lang="en-US"/>
              <a:t>But Mann–Whitney: NOT statistically significant, therefore we need more data and variety of groups to study on.</a:t>
            </a:r>
          </a:p>
          <a:p>
            <a:pPr marL="383540" indent="-383540"/>
            <a:r>
              <a:rPr lang="en-US"/>
              <a:t>Female soloists, however, are far more English-heavy in their songs (generally &gt;95% in some tracks).</a:t>
            </a:r>
          </a:p>
        </p:txBody>
      </p:sp>
      <p:pic>
        <p:nvPicPr>
          <p:cNvPr id="5" name="Graphic 4" descr="Vertical logo for Télécom SudParis (white)">
            <a:extLst>
              <a:ext uri="{FF2B5EF4-FFF2-40B4-BE49-F238E27FC236}">
                <a16:creationId xmlns:a16="http://schemas.microsoft.com/office/drawing/2014/main" id="{8E36515F-4CE0-B330-4B7F-6653FB781C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4" name="Slide Number Placeholder 3">
            <a:extLst>
              <a:ext uri="{FF2B5EF4-FFF2-40B4-BE49-F238E27FC236}">
                <a16:creationId xmlns:a16="http://schemas.microsoft.com/office/drawing/2014/main" id="{B96BA48F-34FB-89C0-DD08-D5692E7DF659}"/>
              </a:ext>
            </a:extLst>
          </p:cNvPr>
          <p:cNvSpPr>
            <a:spLocks noGrp="1"/>
          </p:cNvSpPr>
          <p:nvPr>
            <p:ph type="sldNum" sz="quarter" idx="12"/>
          </p:nvPr>
        </p:nvSpPr>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4056441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62E10-148E-FE3D-C618-415B67CEF0B3}"/>
              </a:ext>
            </a:extLst>
          </p:cNvPr>
          <p:cNvSpPr>
            <a:spLocks noGrp="1"/>
          </p:cNvSpPr>
          <p:nvPr>
            <p:ph type="title"/>
          </p:nvPr>
        </p:nvSpPr>
        <p:spPr/>
        <p:txBody>
          <a:bodyPr/>
          <a:lstStyle/>
          <a:p>
            <a:r>
              <a:rPr lang="en-US"/>
              <a:t>Chart Context Effects</a:t>
            </a:r>
          </a:p>
        </p:txBody>
      </p:sp>
      <p:sp>
        <p:nvSpPr>
          <p:cNvPr id="3" name="Content Placeholder 2">
            <a:extLst>
              <a:ext uri="{FF2B5EF4-FFF2-40B4-BE49-F238E27FC236}">
                <a16:creationId xmlns:a16="http://schemas.microsoft.com/office/drawing/2014/main" id="{8C13E9B1-5230-349F-C720-4E2893584975}"/>
              </a:ext>
            </a:extLst>
          </p:cNvPr>
          <p:cNvSpPr>
            <a:spLocks noGrp="1"/>
          </p:cNvSpPr>
          <p:nvPr>
            <p:ph idx="1"/>
          </p:nvPr>
        </p:nvSpPr>
        <p:spPr/>
        <p:txBody>
          <a:bodyPr vert="horz" lIns="91440" tIns="45720" rIns="91440" bIns="45720" rtlCol="0" anchor="t">
            <a:normAutofit/>
          </a:bodyPr>
          <a:lstStyle/>
          <a:p>
            <a:pPr marL="383540" indent="-383540"/>
            <a:r>
              <a:rPr lang="en-US"/>
              <a:t>Boy groups: No difference Hot100 vs G200 → stable Korean ratio.</a:t>
            </a:r>
          </a:p>
          <a:p>
            <a:pPr marL="383540" indent="-383540"/>
            <a:r>
              <a:rPr lang="en-US"/>
              <a:t>Girl groups: Slight trend toward more English on Hot 100 (however not statistically significant).</a:t>
            </a:r>
          </a:p>
          <a:p>
            <a:pPr lvl="1" indent="-383540"/>
            <a:r>
              <a:rPr lang="en-US"/>
              <a:t>Hot 100 is a US-centric chart.</a:t>
            </a:r>
          </a:p>
          <a:p>
            <a:pPr lvl="1" indent="-383540"/>
            <a:r>
              <a:rPr lang="en-US"/>
              <a:t>This could suggest a strategic push for English usage for U.S.-oriented releases.</a:t>
            </a:r>
          </a:p>
        </p:txBody>
      </p:sp>
      <p:pic>
        <p:nvPicPr>
          <p:cNvPr id="5" name="Graphic 4" descr="Vertical logo for Télécom SudParis (white)">
            <a:extLst>
              <a:ext uri="{FF2B5EF4-FFF2-40B4-BE49-F238E27FC236}">
                <a16:creationId xmlns:a16="http://schemas.microsoft.com/office/drawing/2014/main" id="{2A6BE64A-E8A4-FD10-B6C8-06324EBE12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4" name="Slide Number Placeholder 3">
            <a:extLst>
              <a:ext uri="{FF2B5EF4-FFF2-40B4-BE49-F238E27FC236}">
                <a16:creationId xmlns:a16="http://schemas.microsoft.com/office/drawing/2014/main" id="{7038D196-1237-01B7-5A48-989FE5D509F8}"/>
              </a:ext>
            </a:extLst>
          </p:cNvPr>
          <p:cNvSpPr>
            <a:spLocks noGrp="1"/>
          </p:cNvSpPr>
          <p:nvPr>
            <p:ph type="sldNum" sz="quarter" idx="12"/>
          </p:nvPr>
        </p:nvSpPr>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2350472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35D86-9975-7DF5-F210-29D9D5858590}"/>
              </a:ext>
            </a:extLst>
          </p:cNvPr>
          <p:cNvSpPr>
            <a:spLocks noGrp="1"/>
          </p:cNvSpPr>
          <p:nvPr>
            <p:ph type="title"/>
          </p:nvPr>
        </p:nvSpPr>
        <p:spPr>
          <a:xfrm>
            <a:off x="1371600" y="685800"/>
            <a:ext cx="9601200" cy="1485900"/>
          </a:xfrm>
        </p:spPr>
        <p:txBody>
          <a:bodyPr>
            <a:normAutofit/>
          </a:bodyPr>
          <a:lstStyle/>
          <a:p>
            <a:r>
              <a:rPr lang="en-US"/>
              <a:t>Interpretation</a:t>
            </a:r>
          </a:p>
        </p:txBody>
      </p:sp>
      <p:pic>
        <p:nvPicPr>
          <p:cNvPr id="5" name="Graphic 4" descr="Vertical logo for Télécom SudParis (white)">
            <a:extLst>
              <a:ext uri="{FF2B5EF4-FFF2-40B4-BE49-F238E27FC236}">
                <a16:creationId xmlns:a16="http://schemas.microsoft.com/office/drawing/2014/main" id="{2E2FFF8C-2CA2-46B9-167D-8724A3A5D2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FC47AA56-0042-4A99-1A58-C2930DC990C4}"/>
              </a:ext>
            </a:extLst>
          </p:cNvPr>
          <p:cNvGraphicFramePr>
            <a:graphicFrameLocks noGrp="1"/>
          </p:cNvGraphicFramePr>
          <p:nvPr>
            <p:ph idx="1"/>
            <p:extLst>
              <p:ext uri="{D42A27DB-BD31-4B8C-83A1-F6EECF244321}">
                <p14:modId xmlns:p14="http://schemas.microsoft.com/office/powerpoint/2010/main" val="4180447504"/>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5ED76D08-922F-411F-47C0-76143117424B}"/>
              </a:ext>
            </a:extLst>
          </p:cNvPr>
          <p:cNvSpPr>
            <a:spLocks noGrp="1"/>
          </p:cNvSpPr>
          <p:nvPr>
            <p:ph type="sldNum" sz="quarter" idx="12"/>
          </p:nvPr>
        </p:nvSpPr>
        <p:spPr/>
        <p:txBody>
          <a:bodyPr/>
          <a:lstStyle/>
          <a:p>
            <a:fld id="{330EA680-D336-4FF7-8B7A-9848BB0A1C32}" type="slidenum">
              <a:rPr lang="en-US" smtClean="0"/>
              <a:t>26</a:t>
            </a:fld>
            <a:endParaRPr lang="en-US"/>
          </a:p>
        </p:txBody>
      </p:sp>
    </p:spTree>
    <p:extLst>
      <p:ext uri="{BB962C8B-B14F-4D97-AF65-F5344CB8AC3E}">
        <p14:creationId xmlns:p14="http://schemas.microsoft.com/office/powerpoint/2010/main" val="2496456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5C289-F788-2565-73AA-15D0A1FA4C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3DF94A-5C2F-7C0F-7FBD-27BD9D0A62C1}"/>
              </a:ext>
            </a:extLst>
          </p:cNvPr>
          <p:cNvSpPr>
            <a:spLocks noGrp="1"/>
          </p:cNvSpPr>
          <p:nvPr>
            <p:ph type="title"/>
          </p:nvPr>
        </p:nvSpPr>
        <p:spPr/>
        <p:txBody>
          <a:bodyPr/>
          <a:lstStyle/>
          <a:p>
            <a:r>
              <a:rPr lang="en-US"/>
              <a:t>Conclusion and Future Directions</a:t>
            </a:r>
          </a:p>
        </p:txBody>
      </p:sp>
      <p:sp>
        <p:nvSpPr>
          <p:cNvPr id="5" name="Text Placeholder 4">
            <a:extLst>
              <a:ext uri="{FF2B5EF4-FFF2-40B4-BE49-F238E27FC236}">
                <a16:creationId xmlns:a16="http://schemas.microsoft.com/office/drawing/2014/main" id="{A0CA4AAB-026E-B160-1888-D0E91EDCFC21}"/>
              </a:ext>
            </a:extLst>
          </p:cNvPr>
          <p:cNvSpPr>
            <a:spLocks noGrp="1"/>
          </p:cNvSpPr>
          <p:nvPr>
            <p:ph type="body" idx="1"/>
          </p:nvPr>
        </p:nvSpPr>
        <p:spPr/>
        <p:txBody>
          <a:bodyPr/>
          <a:lstStyle/>
          <a:p>
            <a:endParaRPr lang="en-US"/>
          </a:p>
        </p:txBody>
      </p:sp>
      <p:pic>
        <p:nvPicPr>
          <p:cNvPr id="3" name="Graphic 2" descr="Vertical logo for Télécom SudParis (white)">
            <a:extLst>
              <a:ext uri="{FF2B5EF4-FFF2-40B4-BE49-F238E27FC236}">
                <a16:creationId xmlns:a16="http://schemas.microsoft.com/office/drawing/2014/main" id="{AD51CFDF-5D0B-F7D6-30E8-5AE4D314DE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333497AF-E7C1-F6D5-D946-5D39C4654BD1}"/>
              </a:ext>
            </a:extLst>
          </p:cNvPr>
          <p:cNvSpPr>
            <a:spLocks noGrp="1"/>
          </p:cNvSpPr>
          <p:nvPr>
            <p:ph type="sldNum" sz="quarter" idx="12"/>
          </p:nvPr>
        </p:nvSpPr>
        <p:spPr/>
        <p:txBody>
          <a:bodyPr/>
          <a:lstStyle/>
          <a:p>
            <a:fld id="{330EA680-D336-4FF7-8B7A-9848BB0A1C32}" type="slidenum">
              <a:rPr lang="en-US" smtClean="0"/>
              <a:t>27</a:t>
            </a:fld>
            <a:endParaRPr lang="en-US"/>
          </a:p>
        </p:txBody>
      </p:sp>
    </p:spTree>
    <p:extLst>
      <p:ext uri="{BB962C8B-B14F-4D97-AF65-F5344CB8AC3E}">
        <p14:creationId xmlns:p14="http://schemas.microsoft.com/office/powerpoint/2010/main" val="1136780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1246-3931-020E-4EF3-FFDB901A00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77020A-5F9F-F533-1B07-CD5E2BB7C43F}"/>
              </a:ext>
            </a:extLst>
          </p:cNvPr>
          <p:cNvSpPr>
            <a:spLocks noGrp="1"/>
          </p:cNvSpPr>
          <p:nvPr>
            <p:ph type="title"/>
          </p:nvPr>
        </p:nvSpPr>
        <p:spPr/>
        <p:txBody>
          <a:bodyPr/>
          <a:lstStyle/>
          <a:p>
            <a:r>
              <a:rPr lang="en-US"/>
              <a:t>Main Takeaways</a:t>
            </a:r>
          </a:p>
        </p:txBody>
      </p:sp>
      <p:sp>
        <p:nvSpPr>
          <p:cNvPr id="5" name="Content Placeholder 4">
            <a:extLst>
              <a:ext uri="{FF2B5EF4-FFF2-40B4-BE49-F238E27FC236}">
                <a16:creationId xmlns:a16="http://schemas.microsoft.com/office/drawing/2014/main" id="{724E5CED-6C0C-D145-78E5-9F97EDEFF609}"/>
              </a:ext>
            </a:extLst>
          </p:cNvPr>
          <p:cNvSpPr>
            <a:spLocks noGrp="1"/>
          </p:cNvSpPr>
          <p:nvPr>
            <p:ph idx="1"/>
          </p:nvPr>
        </p:nvSpPr>
        <p:spPr/>
        <p:txBody>
          <a:bodyPr>
            <a:normAutofit/>
          </a:bodyPr>
          <a:lstStyle/>
          <a:p>
            <a:r>
              <a:rPr lang="en-US"/>
              <a:t>English has become a dominant linguistic component of global K-pop.</a:t>
            </a:r>
          </a:p>
          <a:p>
            <a:r>
              <a:rPr lang="en-US"/>
              <a:t>Both male and female acts code-switch heavily and frequently.</a:t>
            </a:r>
          </a:p>
          <a:p>
            <a:r>
              <a:rPr lang="en-US"/>
              <a:t>Gender differences in language ratio exist but are not statistically significant.</a:t>
            </a:r>
          </a:p>
          <a:p>
            <a:r>
              <a:rPr lang="en-US"/>
              <a:t>Classification models achieve up to 76% macro F1, showing latent stylistic cues exist beyond raw language ratios.</a:t>
            </a:r>
          </a:p>
        </p:txBody>
      </p:sp>
      <p:pic>
        <p:nvPicPr>
          <p:cNvPr id="3" name="Graphic 2" descr="Vertical logo for Télécom SudParis (white)">
            <a:extLst>
              <a:ext uri="{FF2B5EF4-FFF2-40B4-BE49-F238E27FC236}">
                <a16:creationId xmlns:a16="http://schemas.microsoft.com/office/drawing/2014/main" id="{448A003A-6113-FBA3-0BED-81690387A9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sp>
        <p:nvSpPr>
          <p:cNvPr id="2" name="Slide Number Placeholder 1">
            <a:extLst>
              <a:ext uri="{FF2B5EF4-FFF2-40B4-BE49-F238E27FC236}">
                <a16:creationId xmlns:a16="http://schemas.microsoft.com/office/drawing/2014/main" id="{C00FCDFF-D802-8EF9-47E9-3D438CA8153D}"/>
              </a:ext>
            </a:extLst>
          </p:cNvPr>
          <p:cNvSpPr>
            <a:spLocks noGrp="1"/>
          </p:cNvSpPr>
          <p:nvPr>
            <p:ph type="sldNum" sz="quarter" idx="12"/>
          </p:nvPr>
        </p:nvSpPr>
        <p:spPr/>
        <p:txBody>
          <a:bodyPr/>
          <a:lstStyle/>
          <a:p>
            <a:fld id="{330EA680-D336-4FF7-8B7A-9848BB0A1C32}" type="slidenum">
              <a:rPr lang="en-US" smtClean="0"/>
              <a:t>28</a:t>
            </a:fld>
            <a:endParaRPr lang="en-US"/>
          </a:p>
        </p:txBody>
      </p:sp>
    </p:spTree>
    <p:extLst>
      <p:ext uri="{BB962C8B-B14F-4D97-AF65-F5344CB8AC3E}">
        <p14:creationId xmlns:p14="http://schemas.microsoft.com/office/powerpoint/2010/main" val="2813406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0D24C-F0AC-2BC0-4421-FE6F67507E9F}"/>
              </a:ext>
            </a:extLst>
          </p:cNvPr>
          <p:cNvSpPr>
            <a:spLocks noGrp="1"/>
          </p:cNvSpPr>
          <p:nvPr>
            <p:ph type="title"/>
          </p:nvPr>
        </p:nvSpPr>
        <p:spPr>
          <a:xfrm>
            <a:off x="1371600" y="685800"/>
            <a:ext cx="9601200" cy="1485900"/>
          </a:xfrm>
        </p:spPr>
        <p:txBody>
          <a:bodyPr>
            <a:normAutofit/>
          </a:bodyPr>
          <a:lstStyle/>
          <a:p>
            <a:r>
              <a:rPr lang="en-US"/>
              <a:t>Contributions</a:t>
            </a:r>
          </a:p>
        </p:txBody>
      </p:sp>
      <p:pic>
        <p:nvPicPr>
          <p:cNvPr id="5" name="Graphic 4" descr="Vertical logo for Télécom SudParis (white)">
            <a:extLst>
              <a:ext uri="{FF2B5EF4-FFF2-40B4-BE49-F238E27FC236}">
                <a16:creationId xmlns:a16="http://schemas.microsoft.com/office/drawing/2014/main" id="{46787022-58AA-DC2C-69B2-54C9D320D6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BEEFB746-BBB8-6B3B-28F0-60D9D41E3551}"/>
              </a:ext>
            </a:extLst>
          </p:cNvPr>
          <p:cNvGraphicFramePr>
            <a:graphicFrameLocks noGrp="1"/>
          </p:cNvGraphicFramePr>
          <p:nvPr>
            <p:ph idx="1"/>
            <p:extLst>
              <p:ext uri="{D42A27DB-BD31-4B8C-83A1-F6EECF244321}">
                <p14:modId xmlns:p14="http://schemas.microsoft.com/office/powerpoint/2010/main" val="93625785"/>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F6D5EE15-1EAE-9DFD-9E84-F415739B7362}"/>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3739458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6B77-8D80-D44B-4463-877FD713031A}"/>
              </a:ext>
            </a:extLst>
          </p:cNvPr>
          <p:cNvSpPr>
            <a:spLocks noGrp="1"/>
          </p:cNvSpPr>
          <p:nvPr>
            <p:ph type="title"/>
          </p:nvPr>
        </p:nvSpPr>
        <p:spPr>
          <a:xfrm>
            <a:off x="1371600" y="685800"/>
            <a:ext cx="9601200" cy="1485900"/>
          </a:xfrm>
        </p:spPr>
        <p:txBody>
          <a:bodyPr>
            <a:normAutofit/>
          </a:bodyPr>
          <a:lstStyle/>
          <a:p>
            <a:r>
              <a:rPr lang="en-US"/>
              <a:t>Limitations</a:t>
            </a:r>
          </a:p>
        </p:txBody>
      </p:sp>
      <p:pic>
        <p:nvPicPr>
          <p:cNvPr id="5" name="Graphic 4" descr="Vertical logo for Télécom SudParis (white)">
            <a:extLst>
              <a:ext uri="{FF2B5EF4-FFF2-40B4-BE49-F238E27FC236}">
                <a16:creationId xmlns:a16="http://schemas.microsoft.com/office/drawing/2014/main" id="{1AAB5A76-B2A1-7E11-507D-0114991D77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35951" y="307077"/>
            <a:ext cx="581025" cy="876300"/>
          </a:xfrm>
          <a:prstGeom prst="rect">
            <a:avLst/>
          </a:prstGeom>
        </p:spPr>
      </p:pic>
      <p:graphicFrame>
        <p:nvGraphicFramePr>
          <p:cNvPr id="7" name="Content Placeholder 2">
            <a:extLst>
              <a:ext uri="{FF2B5EF4-FFF2-40B4-BE49-F238E27FC236}">
                <a16:creationId xmlns:a16="http://schemas.microsoft.com/office/drawing/2014/main" id="{AAA0C854-7D02-4381-1350-8BC9E99E1161}"/>
              </a:ext>
            </a:extLst>
          </p:cNvPr>
          <p:cNvGraphicFramePr>
            <a:graphicFrameLocks noGrp="1"/>
          </p:cNvGraphicFramePr>
          <p:nvPr>
            <p:ph idx="1"/>
            <p:extLst>
              <p:ext uri="{D42A27DB-BD31-4B8C-83A1-F6EECF244321}">
                <p14:modId xmlns:p14="http://schemas.microsoft.com/office/powerpoint/2010/main" val="3125469938"/>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A0F4F39C-232F-804A-7C21-B2EC00770F61}"/>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922352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0BC9609-A8AF-411F-A9E0-C3B93C894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363670-1B89-2EA2-8E81-E477EFCEDDFB}"/>
              </a:ext>
            </a:extLst>
          </p:cNvPr>
          <p:cNvSpPr>
            <a:spLocks noGrp="1"/>
          </p:cNvSpPr>
          <p:nvPr>
            <p:ph type="title"/>
          </p:nvPr>
        </p:nvSpPr>
        <p:spPr>
          <a:xfrm>
            <a:off x="640080" y="639704"/>
            <a:ext cx="3299579" cy="5577840"/>
          </a:xfrm>
        </p:spPr>
        <p:txBody>
          <a:bodyPr anchor="ctr">
            <a:normAutofit/>
          </a:bodyPr>
          <a:lstStyle/>
          <a:p>
            <a:pPr algn="ctr"/>
            <a:r>
              <a:rPr lang="en-US"/>
              <a:t>Future Work</a:t>
            </a:r>
          </a:p>
        </p:txBody>
      </p:sp>
      <p:graphicFrame>
        <p:nvGraphicFramePr>
          <p:cNvPr id="7" name="Content Placeholder 2">
            <a:extLst>
              <a:ext uri="{FF2B5EF4-FFF2-40B4-BE49-F238E27FC236}">
                <a16:creationId xmlns:a16="http://schemas.microsoft.com/office/drawing/2014/main" id="{3DCF04F7-5065-9F5D-FD4F-E7B2F3F26059}"/>
              </a:ext>
            </a:extLst>
          </p:cNvPr>
          <p:cNvGraphicFramePr>
            <a:graphicFrameLocks noGrp="1"/>
          </p:cNvGraphicFramePr>
          <p:nvPr>
            <p:ph idx="1"/>
            <p:extLst>
              <p:ext uri="{D42A27DB-BD31-4B8C-83A1-F6EECF244321}">
                <p14:modId xmlns:p14="http://schemas.microsoft.com/office/powerpoint/2010/main" val="1638445082"/>
              </p:ext>
            </p:extLst>
          </p:nvPr>
        </p:nvGraphicFramePr>
        <p:xfrm>
          <a:off x="4665801" y="639705"/>
          <a:ext cx="6506304"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Graphic 4" descr="Vertical logo for Télécom SudParis (white)">
            <a:extLst>
              <a:ext uri="{FF2B5EF4-FFF2-40B4-BE49-F238E27FC236}">
                <a16:creationId xmlns:a16="http://schemas.microsoft.com/office/drawing/2014/main" id="{5D51015E-71F7-76A1-5063-161AC11C5C0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35951" y="307077"/>
            <a:ext cx="581025" cy="876300"/>
          </a:xfrm>
          <a:prstGeom prst="rect">
            <a:avLst/>
          </a:prstGeom>
        </p:spPr>
      </p:pic>
      <p:sp>
        <p:nvSpPr>
          <p:cNvPr id="3" name="Slide Number Placeholder 2">
            <a:extLst>
              <a:ext uri="{FF2B5EF4-FFF2-40B4-BE49-F238E27FC236}">
                <a16:creationId xmlns:a16="http://schemas.microsoft.com/office/drawing/2014/main" id="{0FC44361-08C2-74C8-0E42-A930A71C1B8D}"/>
              </a:ext>
            </a:extLst>
          </p:cNvPr>
          <p:cNvSpPr>
            <a:spLocks noGrp="1"/>
          </p:cNvSpPr>
          <p:nvPr>
            <p:ph type="sldNum" sz="quarter" idx="12"/>
          </p:nvPr>
        </p:nvSpPr>
        <p:spPr/>
        <p:txBody>
          <a:bodyPr/>
          <a:lstStyle/>
          <a:p>
            <a:fld id="{330EA680-D336-4FF7-8B7A-9848BB0A1C32}" type="slidenum">
              <a:rPr lang="en-US" smtClean="0"/>
              <a:t>31</a:t>
            </a:fld>
            <a:endParaRPr lang="en-US"/>
          </a:p>
        </p:txBody>
      </p:sp>
    </p:spTree>
    <p:extLst>
      <p:ext uri="{BB962C8B-B14F-4D97-AF65-F5344CB8AC3E}">
        <p14:creationId xmlns:p14="http://schemas.microsoft.com/office/powerpoint/2010/main" val="3455474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2D6F-CFD8-02FB-40F2-EFE2EA41BC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4BADD5-EF8E-38F3-190C-2C677AE75AF8}"/>
              </a:ext>
            </a:extLst>
          </p:cNvPr>
          <p:cNvSpPr>
            <a:spLocks noGrp="1"/>
          </p:cNvSpPr>
          <p:nvPr>
            <p:ph type="ctrTitle"/>
          </p:nvPr>
        </p:nvSpPr>
        <p:spPr>
          <a:xfrm>
            <a:off x="1915128" y="1160000"/>
            <a:ext cx="8361229" cy="2098226"/>
          </a:xfrm>
        </p:spPr>
        <p:txBody>
          <a:bodyPr/>
          <a:lstStyle/>
          <a:p>
            <a:r>
              <a:rPr lang="en-US"/>
              <a:t>Thank You</a:t>
            </a:r>
          </a:p>
        </p:txBody>
      </p:sp>
      <p:sp>
        <p:nvSpPr>
          <p:cNvPr id="2" name="Subtitle 1">
            <a:extLst>
              <a:ext uri="{FF2B5EF4-FFF2-40B4-BE49-F238E27FC236}">
                <a16:creationId xmlns:a16="http://schemas.microsoft.com/office/drawing/2014/main" id="{6A1CFCD2-4A75-5A80-8E61-1775C0B322C6}"/>
              </a:ext>
            </a:extLst>
          </p:cNvPr>
          <p:cNvSpPr>
            <a:spLocks noGrp="1"/>
          </p:cNvSpPr>
          <p:nvPr>
            <p:ph type="subTitle" idx="1"/>
          </p:nvPr>
        </p:nvSpPr>
        <p:spPr>
          <a:xfrm>
            <a:off x="1721514" y="3429949"/>
            <a:ext cx="9062683" cy="1086237"/>
          </a:xfrm>
        </p:spPr>
        <p:txBody>
          <a:bodyPr vert="horz" lIns="91440" tIns="45720" rIns="91440" bIns="45720" rtlCol="0" anchor="t">
            <a:noAutofit/>
          </a:bodyPr>
          <a:lstStyle/>
          <a:p>
            <a:r>
              <a:rPr lang="en-US" sz="2400"/>
              <a:t>Send me an email or dog pictures or playlists or job offers </a:t>
            </a:r>
            <a:r>
              <a:rPr lang="en-US" sz="2400">
                <a:sym typeface="Wingdings" pitchFamily="2" charset="2"/>
              </a:rPr>
              <a:t>:)</a:t>
            </a:r>
            <a:r>
              <a:rPr lang="en-US" sz="2400"/>
              <a:t> </a:t>
            </a:r>
          </a:p>
          <a:p>
            <a:r>
              <a:rPr lang="en-US" sz="2800">
                <a:latin typeface="Courier New"/>
                <a:cs typeface="Courier New"/>
                <a:hlinkClick r:id="rId2"/>
              </a:rPr>
              <a:t>asankaran@telecom-sudparis.eu</a:t>
            </a:r>
            <a:endParaRPr lang="en-US" sz="2800">
              <a:latin typeface="Courier New"/>
              <a:cs typeface="Courier New"/>
            </a:endParaRPr>
          </a:p>
          <a:p>
            <a:r>
              <a:rPr lang="en-US" sz="2800">
                <a:latin typeface="Courier New"/>
                <a:cs typeface="Courier New"/>
                <a:hlinkClick r:id="rId3"/>
              </a:rPr>
              <a:t>https://callmesanfornow.github.io</a:t>
            </a:r>
            <a:endParaRPr lang="en-US" sz="2800">
              <a:latin typeface="Courier New"/>
              <a:cs typeface="Courier New"/>
            </a:endParaRPr>
          </a:p>
          <a:p>
            <a:endParaRPr lang="en-US" sz="2800">
              <a:latin typeface="Courier New"/>
              <a:cs typeface="Courier New"/>
            </a:endParaRPr>
          </a:p>
        </p:txBody>
      </p:sp>
      <p:pic>
        <p:nvPicPr>
          <p:cNvPr id="5" name="Graphic 4" descr="Vertical logo for Télécom SudParis (white)">
            <a:extLst>
              <a:ext uri="{FF2B5EF4-FFF2-40B4-BE49-F238E27FC236}">
                <a16:creationId xmlns:a16="http://schemas.microsoft.com/office/drawing/2014/main" id="{CC520F49-B2B4-D12C-B6F5-1F9976DC1F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35951" y="307077"/>
            <a:ext cx="581025" cy="876300"/>
          </a:xfrm>
          <a:prstGeom prst="rect">
            <a:avLst/>
          </a:prstGeom>
        </p:spPr>
      </p:pic>
      <p:sp>
        <p:nvSpPr>
          <p:cNvPr id="3" name="Slide Number Placeholder 2">
            <a:extLst>
              <a:ext uri="{FF2B5EF4-FFF2-40B4-BE49-F238E27FC236}">
                <a16:creationId xmlns:a16="http://schemas.microsoft.com/office/drawing/2014/main" id="{2E5E726A-9319-A3D5-ECEB-79285F279E2E}"/>
              </a:ext>
            </a:extLst>
          </p:cNvPr>
          <p:cNvSpPr>
            <a:spLocks noGrp="1"/>
          </p:cNvSpPr>
          <p:nvPr>
            <p:ph type="sldNum" sz="quarter" idx="12"/>
          </p:nvPr>
        </p:nvSpPr>
        <p:spPr/>
        <p:txBody>
          <a:bodyPr/>
          <a:lstStyle/>
          <a:p>
            <a:fld id="{330EA680-D336-4FF7-8B7A-9848BB0A1C32}" type="slidenum">
              <a:rPr lang="en-US" smtClean="0"/>
              <a:t>32</a:t>
            </a:fld>
            <a:endParaRPr lang="en-US"/>
          </a:p>
        </p:txBody>
      </p:sp>
    </p:spTree>
    <p:extLst>
      <p:ext uri="{BB962C8B-B14F-4D97-AF65-F5344CB8AC3E}">
        <p14:creationId xmlns:p14="http://schemas.microsoft.com/office/powerpoint/2010/main" val="4261712354"/>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0</TotalTime>
  <Words>2975</Words>
  <Application>Microsoft Macintosh PowerPoint</Application>
  <PresentationFormat>Widescreen</PresentationFormat>
  <Paragraphs>299</Paragraphs>
  <Slides>32</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 Display</vt:lpstr>
      <vt:lpstr>Arial</vt:lpstr>
      <vt:lpstr>Calibri</vt:lpstr>
      <vt:lpstr>Courier New</vt:lpstr>
      <vt:lpstr>Franklin Gothic Book</vt:lpstr>
      <vt:lpstr>Wingdings</vt:lpstr>
      <vt:lpstr>Crop</vt:lpstr>
      <vt:lpstr>Studying Code Switching in K-pop Hits on Billboard Charts</vt:lpstr>
      <vt:lpstr>Outline</vt:lpstr>
      <vt:lpstr>Background and Motivation</vt:lpstr>
      <vt:lpstr>PowerPoint Presentation</vt:lpstr>
      <vt:lpstr>PowerPoint Presentation</vt:lpstr>
      <vt:lpstr>PowerPoint Presentation</vt:lpstr>
      <vt:lpstr>Global Rise of K-pop</vt:lpstr>
      <vt:lpstr>Why Study Code-Switching in K-pop?</vt:lpstr>
      <vt:lpstr>Code Switching vs Code Mixing</vt:lpstr>
      <vt:lpstr>Definitions</vt:lpstr>
      <vt:lpstr>Example</vt:lpstr>
      <vt:lpstr>Why CS Matters for K-pop</vt:lpstr>
      <vt:lpstr>Data Collection</vt:lpstr>
      <vt:lpstr>Artist &amp; Song Selection</vt:lpstr>
      <vt:lpstr>Dataset Construction</vt:lpstr>
      <vt:lpstr>Dataset Stats</vt:lpstr>
      <vt:lpstr>Statistical Tests</vt:lpstr>
      <vt:lpstr>Feature Engineering for classification</vt:lpstr>
      <vt:lpstr>Statistical Methods</vt:lpstr>
      <vt:lpstr>Key Hypotheses</vt:lpstr>
      <vt:lpstr>Findings</vt:lpstr>
      <vt:lpstr>Findings — Classification</vt:lpstr>
      <vt:lpstr>Findings — Code-Switching Frequency</vt:lpstr>
      <vt:lpstr>Findings — Korean vs English Ratio</vt:lpstr>
      <vt:lpstr>Chart Context Effects</vt:lpstr>
      <vt:lpstr>Interpretation</vt:lpstr>
      <vt:lpstr>Conclusion and Future Directions</vt:lpstr>
      <vt:lpstr>Main Takeaways</vt:lpstr>
      <vt:lpstr>Contributions</vt:lpstr>
      <vt:lpstr>Limitations</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Aditya Narayan SANKARAN</cp:lastModifiedBy>
  <cp:revision>1</cp:revision>
  <dcterms:created xsi:type="dcterms:W3CDTF">2025-11-05T10:36:53Z</dcterms:created>
  <dcterms:modified xsi:type="dcterms:W3CDTF">2026-03-04T15:18:22Z</dcterms:modified>
</cp:coreProperties>
</file>